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6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040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 showGuides="1">
      <p:cViewPr varScale="1">
        <p:scale>
          <a:sx n="72" d="100"/>
          <a:sy n="72" d="100"/>
        </p:scale>
        <p:origin x="660" y="78"/>
      </p:cViewPr>
      <p:guideLst>
        <p:guide orient="horz" pos="2183"/>
        <p:guide pos="386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C494B-954A-4686-BC02-5A85E2CA49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1E66AB-DDB2-442A-A2C7-1B287DDBAA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665E97-2505-4075-81D6-65F6A0D1E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A725A-F9C7-403C-9A76-C21DAB4C046B}" type="datetimeFigureOut">
              <a:rPr lang="en-IN" smtClean="0"/>
              <a:t>15-08-2025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486C5E-DFBC-4DC6-B0FF-08B959E99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2E73F1-BAA1-44A0-8EAB-2614AB506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B3838-803A-4B1E-97D3-2C070C43CF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67320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41CA1-5137-449C-A41D-ABF65AD90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907062-C781-49E7-A3D4-41BAAAAEA8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FD43FE-5BB4-4379-A329-963DA4B64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A725A-F9C7-403C-9A76-C21DAB4C046B}" type="datetimeFigureOut">
              <a:rPr lang="en-IN" smtClean="0"/>
              <a:t>15-08-2025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82EB58-C437-4665-9962-FF74499DD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AD7D15-F0FC-4BEB-AF1D-D1A3BA814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B3838-803A-4B1E-97D3-2C070C43CF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8848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41A7B-052F-4536-9EE1-3F1F733330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F1666C-52BF-4636-9E61-FF30150F0D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2F79B7-0027-44CB-BCCD-C8CC2DEF2C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A725A-F9C7-403C-9A76-C21DAB4C046B}" type="datetimeFigureOut">
              <a:rPr lang="en-IN" smtClean="0"/>
              <a:t>15-08-2025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30C695-44D1-4768-8700-79913FC5B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52BF47-2BA1-4C47-8117-F6DF8B5CB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B3838-803A-4B1E-97D3-2C070C43CF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58279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C8309-9734-413A-8486-52EDDCB54C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F29357-FCB8-48E0-922C-2E302A9E60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8B8C66-A810-4456-9867-A054DC260A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158A3C-E6A4-4CAC-9B3C-EF7F29FCD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A725A-F9C7-403C-9A76-C21DAB4C046B}" type="datetimeFigureOut">
              <a:rPr lang="en-IN" smtClean="0"/>
              <a:t>15-08-2025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051EDD-82ED-43EC-B938-D6A224601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548C3A-DBD5-4F36-800C-421395AE4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B3838-803A-4B1E-97D3-2C070C43CF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99718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FDBB8-0E0F-4427-A452-1AA4BD6572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273331-74AD-4F64-AB71-8B8766684E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4771B8-3A46-47D4-A3C1-2A188D204F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223850-53A3-4F63-972D-72DFD33258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1A5262-0CE9-4C7B-A2B6-9C9DD6C66E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6266142-BCDC-4058-9762-7EFFFCC4A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A725A-F9C7-403C-9A76-C21DAB4C046B}" type="datetimeFigureOut">
              <a:rPr lang="en-IN" smtClean="0"/>
              <a:t>15-08-2025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413896-43F9-4758-A8F8-06915CC3A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3EF3E6-4081-4156-AA53-E2A9BC209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B3838-803A-4B1E-97D3-2C070C43CF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847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2CEC1-C58A-4BF7-9D0C-9FED7AEC4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1EA861-BFC6-4C44-AAB0-B6F6116C5D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A725A-F9C7-403C-9A76-C21DAB4C046B}" type="datetimeFigureOut">
              <a:rPr lang="en-IN" smtClean="0"/>
              <a:t>15-08-2025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55F024-96C9-40FE-93A4-3579D312B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DBEB56-85A7-4C84-BA1D-D8C1144B9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B3838-803A-4B1E-97D3-2C070C43CF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91375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58B3C2-762F-4A54-8FF6-C54EC34BCD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A725A-F9C7-403C-9A76-C21DAB4C046B}" type="datetimeFigureOut">
              <a:rPr lang="en-IN" smtClean="0"/>
              <a:t>15-08-2025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2DB5C3-9AAC-4868-89B1-AB5E7811BA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D5E62C-5399-4DE9-B364-4BE415E14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B3838-803A-4B1E-97D3-2C070C43CF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0025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CE15E-2149-4483-8D28-4A12FFCC7F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DFE951-9660-4D4B-BCED-5283D7A162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38D426-0A0A-4D1A-9FA8-1D68B1EFC9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EC9B3A-F17A-4823-9411-53B1AA41E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A725A-F9C7-403C-9A76-C21DAB4C046B}" type="datetimeFigureOut">
              <a:rPr lang="en-IN" smtClean="0"/>
              <a:t>15-08-2025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942927-AAD4-4487-9BEE-2B4047ACB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51A796-620B-4347-8AE6-5F60C4232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B3838-803A-4B1E-97D3-2C070C43CF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17863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6AB52-47B8-45F3-8A78-199309544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08543C-D0A8-4436-A149-D93FE44D3A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A753C6-561D-4C08-9C55-B0D2495251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BD515B-6BCE-42F8-842C-9B0AF3E81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A725A-F9C7-403C-9A76-C21DAB4C046B}" type="datetimeFigureOut">
              <a:rPr lang="en-IN" smtClean="0"/>
              <a:t>15-08-2025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8C9B9A-848C-4638-91E6-DD72B079D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08CB1C-042A-4E13-98B7-2DE984CB7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B3838-803A-4B1E-97D3-2C070C43CF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01522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36618-9D32-41AB-9277-5573E406E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A0131B-832C-4640-AE99-E3C99D107D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23AFBE-03D9-4728-ADB5-2687C298AD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A725A-F9C7-403C-9A76-C21DAB4C046B}" type="datetimeFigureOut">
              <a:rPr lang="en-IN" smtClean="0"/>
              <a:t>15-08-2025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A3894A-31EB-4277-BC39-B745188FB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AF35F8-A053-4645-A1CD-14C67CBA2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B3838-803A-4B1E-97D3-2C070C43CF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8985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033A9D8-7910-429A-A6DC-16C8C42F48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AF6700-BBE8-4028-9EFA-706DCD7179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E13E36-57E4-49D6-9A5A-92F5FA4AF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A725A-F9C7-403C-9A76-C21DAB4C046B}" type="datetimeFigureOut">
              <a:rPr lang="en-IN" smtClean="0"/>
              <a:t>15-08-2025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0F37D0-E228-4159-BD0C-193EFB7E8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1EEB3D-44A8-41D8-B865-85FD6C879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B3838-803A-4B1E-97D3-2C070C43CF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79349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38FD05-3C64-419B-AA9F-D78F4A5CE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E04509-9370-47EB-8EB8-D5298DC358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D527F1-EEFC-474E-9692-65404AAC88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4A725A-F9C7-403C-9A76-C21DAB4C046B}" type="datetimeFigureOut">
              <a:rPr lang="en-IN" smtClean="0"/>
              <a:t>15-08-2025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856363-2821-4B04-B731-F5569720A1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8567F-A670-4814-AEDE-9E9F1B504D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8B3838-803A-4B1E-97D3-2C070C43CF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71784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roup 56">
            <a:extLst>
              <a:ext uri="{FF2B5EF4-FFF2-40B4-BE49-F238E27FC236}">
                <a16:creationId xmlns:a16="http://schemas.microsoft.com/office/drawing/2014/main" id="{D8EAD6E4-47FC-4019-B96E-A1E9ACF0759E}"/>
              </a:ext>
            </a:extLst>
          </p:cNvPr>
          <p:cNvGrpSpPr/>
          <p:nvPr/>
        </p:nvGrpSpPr>
        <p:grpSpPr>
          <a:xfrm>
            <a:off x="4625289" y="2535494"/>
            <a:ext cx="2941982" cy="1844296"/>
            <a:chOff x="7008217" y="4164322"/>
            <a:chExt cx="2941982" cy="1844296"/>
          </a:xfrm>
        </p:grpSpPr>
        <p:sp>
          <p:nvSpPr>
            <p:cNvPr id="31" name="Rectangle: Diagonal Corners Rounded 30">
              <a:extLst>
                <a:ext uri="{FF2B5EF4-FFF2-40B4-BE49-F238E27FC236}">
                  <a16:creationId xmlns:a16="http://schemas.microsoft.com/office/drawing/2014/main" id="{56CBA13A-9216-4C8D-BB94-29CD4A981FFD}"/>
                </a:ext>
              </a:extLst>
            </p:cNvPr>
            <p:cNvSpPr/>
            <p:nvPr/>
          </p:nvSpPr>
          <p:spPr>
            <a:xfrm flipV="1">
              <a:off x="7008217" y="4164322"/>
              <a:ext cx="2941982" cy="1844296"/>
            </a:xfrm>
            <a:prstGeom prst="round2Diag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2" name="Rectangle: Diagonal Corners Rounded 31">
              <a:extLst>
                <a:ext uri="{FF2B5EF4-FFF2-40B4-BE49-F238E27FC236}">
                  <a16:creationId xmlns:a16="http://schemas.microsoft.com/office/drawing/2014/main" id="{FF2173D3-2228-4793-AECC-0E0B9821106A}"/>
                </a:ext>
              </a:extLst>
            </p:cNvPr>
            <p:cNvSpPr/>
            <p:nvPr/>
          </p:nvSpPr>
          <p:spPr>
            <a:xfrm>
              <a:off x="7246802" y="4423716"/>
              <a:ext cx="2414198" cy="1306606"/>
            </a:xfrm>
            <a:prstGeom prst="round2Diag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A626A06F-9A84-4000-883E-DD47216BCC95}"/>
                </a:ext>
              </a:extLst>
            </p:cNvPr>
            <p:cNvSpPr/>
            <p:nvPr/>
          </p:nvSpPr>
          <p:spPr>
            <a:xfrm>
              <a:off x="7246802" y="4423716"/>
              <a:ext cx="392476" cy="439003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AA682A58-32F3-48DE-89C5-D5D77B57B554}"/>
                </a:ext>
              </a:extLst>
            </p:cNvPr>
            <p:cNvSpPr txBox="1"/>
            <p:nvPr/>
          </p:nvSpPr>
          <p:spPr>
            <a:xfrm>
              <a:off x="7586805" y="4700852"/>
              <a:ext cx="2069225" cy="8771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700" dirty="0"/>
                <a:t>Lorem </a:t>
              </a:r>
              <a:r>
                <a:rPr lang="en-IN" sz="1700" dirty="0" err="1"/>
                <a:t>Pellentesque</a:t>
              </a:r>
              <a:r>
                <a:rPr lang="en-IN" sz="1700" dirty="0"/>
                <a:t> habitant </a:t>
              </a:r>
              <a:r>
                <a:rPr lang="en-IN" sz="1700" dirty="0" err="1"/>
                <a:t>morbi</a:t>
              </a:r>
              <a:r>
                <a:rPr lang="en-IN" sz="1700" dirty="0"/>
                <a:t> </a:t>
              </a:r>
              <a:r>
                <a:rPr lang="en-IN" sz="1700" dirty="0" err="1"/>
                <a:t>tristique</a:t>
              </a:r>
              <a:r>
                <a:rPr lang="en-IN" sz="1700" dirty="0"/>
                <a:t> et </a:t>
              </a:r>
              <a:r>
                <a:rPr lang="en-IN" sz="1700" dirty="0" err="1"/>
                <a:t>netus</a:t>
              </a:r>
              <a:r>
                <a:rPr lang="en-IN" sz="1700" dirty="0"/>
                <a:t> et </a:t>
              </a: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B96BE671-016B-425B-8AE6-24A736AF9016}"/>
              </a:ext>
            </a:extLst>
          </p:cNvPr>
          <p:cNvGrpSpPr/>
          <p:nvPr/>
        </p:nvGrpSpPr>
        <p:grpSpPr>
          <a:xfrm>
            <a:off x="4625289" y="2535494"/>
            <a:ext cx="2941982" cy="1844296"/>
            <a:chOff x="2242361" y="4115434"/>
            <a:chExt cx="2941982" cy="1844296"/>
          </a:xfrm>
        </p:grpSpPr>
        <p:sp>
          <p:nvSpPr>
            <p:cNvPr id="34" name="Rectangle: Diagonal Corners Rounded 33">
              <a:extLst>
                <a:ext uri="{FF2B5EF4-FFF2-40B4-BE49-F238E27FC236}">
                  <a16:creationId xmlns:a16="http://schemas.microsoft.com/office/drawing/2014/main" id="{07DE3B62-0F5F-4828-AECA-ABA4B3A996BC}"/>
                </a:ext>
              </a:extLst>
            </p:cNvPr>
            <p:cNvSpPr/>
            <p:nvPr/>
          </p:nvSpPr>
          <p:spPr>
            <a:xfrm>
              <a:off x="2242361" y="4115434"/>
              <a:ext cx="2941982" cy="1844296"/>
            </a:xfrm>
            <a:prstGeom prst="round2Diag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5" name="Rectangle: Diagonal Corners Rounded 34">
              <a:extLst>
                <a:ext uri="{FF2B5EF4-FFF2-40B4-BE49-F238E27FC236}">
                  <a16:creationId xmlns:a16="http://schemas.microsoft.com/office/drawing/2014/main" id="{EA9B9534-C540-4D69-ABAF-78F1A69B1DB4}"/>
                </a:ext>
              </a:extLst>
            </p:cNvPr>
            <p:cNvSpPr/>
            <p:nvPr/>
          </p:nvSpPr>
          <p:spPr>
            <a:xfrm>
              <a:off x="2480946" y="4374828"/>
              <a:ext cx="2414198" cy="1306606"/>
            </a:xfrm>
            <a:prstGeom prst="round2Diag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D6F6ABAB-598D-4883-8CEE-E7637B423E25}"/>
                </a:ext>
              </a:extLst>
            </p:cNvPr>
            <p:cNvSpPr/>
            <p:nvPr/>
          </p:nvSpPr>
          <p:spPr>
            <a:xfrm>
              <a:off x="2480946" y="4374828"/>
              <a:ext cx="392476" cy="439003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416A84F5-F748-4672-9FC7-73AD8A50A546}"/>
                </a:ext>
              </a:extLst>
            </p:cNvPr>
            <p:cNvSpPr txBox="1"/>
            <p:nvPr/>
          </p:nvSpPr>
          <p:spPr>
            <a:xfrm>
              <a:off x="2802168" y="4708533"/>
              <a:ext cx="2069225" cy="8771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700" dirty="0"/>
                <a:t>Lorem </a:t>
              </a:r>
              <a:r>
                <a:rPr lang="en-IN" sz="1700" dirty="0" err="1"/>
                <a:t>Pellentesque</a:t>
              </a:r>
              <a:r>
                <a:rPr lang="en-IN" sz="1700" dirty="0"/>
                <a:t> habitant </a:t>
              </a:r>
              <a:r>
                <a:rPr lang="en-IN" sz="1700" dirty="0" err="1"/>
                <a:t>morbi</a:t>
              </a:r>
              <a:r>
                <a:rPr lang="en-IN" sz="1700" dirty="0"/>
                <a:t> </a:t>
              </a:r>
              <a:r>
                <a:rPr lang="en-IN" sz="1700" dirty="0" err="1"/>
                <a:t>tristique</a:t>
              </a:r>
              <a:r>
                <a:rPr lang="en-IN" sz="1700" dirty="0"/>
                <a:t> et </a:t>
              </a:r>
              <a:r>
                <a:rPr lang="en-IN" sz="1700" dirty="0" err="1"/>
                <a:t>netus</a:t>
              </a:r>
              <a:r>
                <a:rPr lang="en-IN" sz="1700" dirty="0"/>
                <a:t> et </a:t>
              </a: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680D3D70-564D-4F76-BC29-491A73363A18}"/>
              </a:ext>
            </a:extLst>
          </p:cNvPr>
          <p:cNvGrpSpPr/>
          <p:nvPr/>
        </p:nvGrpSpPr>
        <p:grpSpPr>
          <a:xfrm>
            <a:off x="4625289" y="2535494"/>
            <a:ext cx="2941982" cy="1844296"/>
            <a:chOff x="7008217" y="906666"/>
            <a:chExt cx="2941982" cy="1844296"/>
          </a:xfrm>
        </p:grpSpPr>
        <p:sp>
          <p:nvSpPr>
            <p:cNvPr id="28" name="Rectangle: Diagonal Corners Rounded 27">
              <a:extLst>
                <a:ext uri="{FF2B5EF4-FFF2-40B4-BE49-F238E27FC236}">
                  <a16:creationId xmlns:a16="http://schemas.microsoft.com/office/drawing/2014/main" id="{D60061C1-08E1-4753-B102-D0A36F541345}"/>
                </a:ext>
              </a:extLst>
            </p:cNvPr>
            <p:cNvSpPr/>
            <p:nvPr/>
          </p:nvSpPr>
          <p:spPr>
            <a:xfrm>
              <a:off x="7008217" y="906666"/>
              <a:ext cx="2941982" cy="1844296"/>
            </a:xfrm>
            <a:prstGeom prst="round2Diag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9" name="Rectangle: Diagonal Corners Rounded 28">
              <a:extLst>
                <a:ext uri="{FF2B5EF4-FFF2-40B4-BE49-F238E27FC236}">
                  <a16:creationId xmlns:a16="http://schemas.microsoft.com/office/drawing/2014/main" id="{B83E4502-1DF4-466F-8D46-7B6830ACDE26}"/>
                </a:ext>
              </a:extLst>
            </p:cNvPr>
            <p:cNvSpPr/>
            <p:nvPr/>
          </p:nvSpPr>
          <p:spPr>
            <a:xfrm>
              <a:off x="7246802" y="1166060"/>
              <a:ext cx="2414198" cy="1306606"/>
            </a:xfrm>
            <a:prstGeom prst="round2Diag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8857D6E5-0000-44FA-977C-1A9E4E8C53C0}"/>
                </a:ext>
              </a:extLst>
            </p:cNvPr>
            <p:cNvSpPr/>
            <p:nvPr/>
          </p:nvSpPr>
          <p:spPr>
            <a:xfrm>
              <a:off x="7246802" y="1166060"/>
              <a:ext cx="392476" cy="439003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D6F9E6D0-56C8-4890-8372-0A9A32F75498}"/>
                </a:ext>
              </a:extLst>
            </p:cNvPr>
            <p:cNvSpPr txBox="1"/>
            <p:nvPr/>
          </p:nvSpPr>
          <p:spPr>
            <a:xfrm>
              <a:off x="7572757" y="1511371"/>
              <a:ext cx="2069225" cy="8771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700" dirty="0"/>
                <a:t>Lorem </a:t>
              </a:r>
              <a:r>
                <a:rPr lang="en-IN" sz="1700" dirty="0" err="1"/>
                <a:t>Pellentesque</a:t>
              </a:r>
              <a:r>
                <a:rPr lang="en-IN" sz="1700" dirty="0"/>
                <a:t> habitant </a:t>
              </a:r>
              <a:r>
                <a:rPr lang="en-IN" sz="1700" dirty="0" err="1"/>
                <a:t>morbi</a:t>
              </a:r>
              <a:r>
                <a:rPr lang="en-IN" sz="1700" dirty="0"/>
                <a:t> </a:t>
              </a:r>
              <a:r>
                <a:rPr lang="en-IN" sz="1700" dirty="0" err="1"/>
                <a:t>tristique</a:t>
              </a:r>
              <a:r>
                <a:rPr lang="en-IN" sz="1700" dirty="0"/>
                <a:t> et </a:t>
              </a:r>
              <a:r>
                <a:rPr lang="en-IN" sz="1700" dirty="0" err="1"/>
                <a:t>netus</a:t>
              </a:r>
              <a:r>
                <a:rPr lang="en-IN" sz="1700" dirty="0"/>
                <a:t> et 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C4AA874-616D-435D-9A7C-41995405D019}"/>
              </a:ext>
            </a:extLst>
          </p:cNvPr>
          <p:cNvGrpSpPr/>
          <p:nvPr/>
        </p:nvGrpSpPr>
        <p:grpSpPr>
          <a:xfrm>
            <a:off x="4625289" y="2535494"/>
            <a:ext cx="2941982" cy="1844296"/>
            <a:chOff x="2277283" y="906666"/>
            <a:chExt cx="2941982" cy="1844296"/>
          </a:xfrm>
        </p:grpSpPr>
        <p:sp>
          <p:nvSpPr>
            <p:cNvPr id="6" name="Rectangle: Diagonal Corners Rounded 5">
              <a:extLst>
                <a:ext uri="{FF2B5EF4-FFF2-40B4-BE49-F238E27FC236}">
                  <a16:creationId xmlns:a16="http://schemas.microsoft.com/office/drawing/2014/main" id="{3CC6CAA7-1ACA-4D83-9205-A7C21CFB3898}"/>
                </a:ext>
              </a:extLst>
            </p:cNvPr>
            <p:cNvSpPr/>
            <p:nvPr/>
          </p:nvSpPr>
          <p:spPr>
            <a:xfrm flipH="1">
              <a:off x="2277283" y="906666"/>
              <a:ext cx="2941982" cy="1844296"/>
            </a:xfrm>
            <a:prstGeom prst="round2Diag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1" name="Rectangle: Diagonal Corners Rounded 20">
              <a:extLst>
                <a:ext uri="{FF2B5EF4-FFF2-40B4-BE49-F238E27FC236}">
                  <a16:creationId xmlns:a16="http://schemas.microsoft.com/office/drawing/2014/main" id="{81571961-E80C-4AF6-B704-6A994CC3A609}"/>
                </a:ext>
              </a:extLst>
            </p:cNvPr>
            <p:cNvSpPr/>
            <p:nvPr/>
          </p:nvSpPr>
          <p:spPr>
            <a:xfrm>
              <a:off x="2515868" y="1166060"/>
              <a:ext cx="2414198" cy="1306606"/>
            </a:xfrm>
            <a:prstGeom prst="round2Diag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BB357EC3-C2C9-4FAD-83FD-7F2771646D3A}"/>
                </a:ext>
              </a:extLst>
            </p:cNvPr>
            <p:cNvSpPr/>
            <p:nvPr/>
          </p:nvSpPr>
          <p:spPr>
            <a:xfrm>
              <a:off x="2515868" y="1166060"/>
              <a:ext cx="392476" cy="439003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F2EB2C5-71B0-4A28-A0BA-05637C442E39}"/>
                </a:ext>
              </a:extLst>
            </p:cNvPr>
            <p:cNvSpPr txBox="1"/>
            <p:nvPr/>
          </p:nvSpPr>
          <p:spPr>
            <a:xfrm>
              <a:off x="2812680" y="1380781"/>
              <a:ext cx="2371103" cy="8771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700" dirty="0"/>
                <a:t>Lorem </a:t>
              </a:r>
              <a:r>
                <a:rPr lang="en-IN" sz="1700" dirty="0" err="1"/>
                <a:t>Pellentesque</a:t>
              </a:r>
              <a:r>
                <a:rPr lang="en-IN" sz="1700" dirty="0"/>
                <a:t> habitant </a:t>
              </a:r>
              <a:r>
                <a:rPr lang="en-IN" sz="1700" dirty="0" err="1"/>
                <a:t>morbi</a:t>
              </a:r>
              <a:r>
                <a:rPr lang="en-IN" sz="1700" dirty="0"/>
                <a:t> </a:t>
              </a:r>
              <a:r>
                <a:rPr lang="en-IN" sz="1700" dirty="0" err="1"/>
                <a:t>tristique</a:t>
              </a:r>
              <a:r>
                <a:rPr lang="en-IN" sz="1700" dirty="0"/>
                <a:t> </a:t>
              </a:r>
              <a:r>
                <a:rPr lang="en-IN" sz="1700" dirty="0" err="1"/>
                <a:t>senectus</a:t>
              </a:r>
              <a:r>
                <a:rPr lang="en-IN" sz="1700" dirty="0"/>
                <a:t> et </a:t>
              </a:r>
              <a:r>
                <a:rPr lang="en-IN" sz="1700" dirty="0" err="1"/>
                <a:t>netus</a:t>
              </a:r>
              <a:r>
                <a:rPr lang="en-IN" sz="1700" dirty="0"/>
                <a:t> et </a:t>
              </a:r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67AAD0CF-4422-447E-8B11-CD55A18CC20F}"/>
              </a:ext>
            </a:extLst>
          </p:cNvPr>
          <p:cNvGrpSpPr/>
          <p:nvPr/>
        </p:nvGrpSpPr>
        <p:grpSpPr>
          <a:xfrm>
            <a:off x="4116280" y="1477642"/>
            <a:ext cx="3960000" cy="3960000"/>
            <a:chOff x="4673740" y="2024108"/>
            <a:chExt cx="2880000" cy="2867069"/>
          </a:xfrm>
        </p:grpSpPr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D57FCF1B-66BE-4374-8445-BC2D9DD6093D}"/>
                </a:ext>
              </a:extLst>
            </p:cNvPr>
            <p:cNvSpPr/>
            <p:nvPr/>
          </p:nvSpPr>
          <p:spPr>
            <a:xfrm>
              <a:off x="4984750" y="2324100"/>
              <a:ext cx="2262052" cy="2270229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1A0771E5-A0D9-4C93-871D-90D989BB1441}"/>
                </a:ext>
              </a:extLst>
            </p:cNvPr>
            <p:cNvSpPr/>
            <p:nvPr/>
          </p:nvSpPr>
          <p:spPr>
            <a:xfrm>
              <a:off x="6241774" y="2024108"/>
              <a:ext cx="1311966" cy="2867069"/>
            </a:xfrm>
            <a:custGeom>
              <a:avLst/>
              <a:gdLst>
                <a:gd name="connsiteX0" fmla="*/ 0 w 1311966"/>
                <a:gd name="connsiteY0" fmla="*/ 0 h 2867069"/>
                <a:gd name="connsiteX1" fmla="*/ 19198 w 1311966"/>
                <a:gd name="connsiteY1" fmla="*/ 969 h 2867069"/>
                <a:gd name="connsiteX2" fmla="*/ 1311966 w 1311966"/>
                <a:gd name="connsiteY2" fmla="*/ 1433534 h 2867069"/>
                <a:gd name="connsiteX3" fmla="*/ 19198 w 1311966"/>
                <a:gd name="connsiteY3" fmla="*/ 2866099 h 2867069"/>
                <a:gd name="connsiteX4" fmla="*/ 0 w 1311966"/>
                <a:gd name="connsiteY4" fmla="*/ 2867069 h 2867069"/>
                <a:gd name="connsiteX5" fmla="*/ 0 w 1311966"/>
                <a:gd name="connsiteY5" fmla="*/ 2558887 h 2867069"/>
                <a:gd name="connsiteX6" fmla="*/ 100318 w 1311966"/>
                <a:gd name="connsiteY6" fmla="*/ 2543576 h 2867069"/>
                <a:gd name="connsiteX7" fmla="*/ 1005028 w 1311966"/>
                <a:gd name="connsiteY7" fmla="*/ 1433535 h 2867069"/>
                <a:gd name="connsiteX8" fmla="*/ 100318 w 1311966"/>
                <a:gd name="connsiteY8" fmla="*/ 323494 h 2867069"/>
                <a:gd name="connsiteX9" fmla="*/ 0 w 1311966"/>
                <a:gd name="connsiteY9" fmla="*/ 308184 h 2867069"/>
                <a:gd name="connsiteX10" fmla="*/ 0 w 1311966"/>
                <a:gd name="connsiteY10" fmla="*/ 0 h 2867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11966" h="2867069">
                  <a:moveTo>
                    <a:pt x="0" y="0"/>
                  </a:moveTo>
                  <a:lnTo>
                    <a:pt x="19198" y="969"/>
                  </a:lnTo>
                  <a:cubicBezTo>
                    <a:pt x="745327" y="74711"/>
                    <a:pt x="1311966" y="687950"/>
                    <a:pt x="1311966" y="1433534"/>
                  </a:cubicBezTo>
                  <a:cubicBezTo>
                    <a:pt x="1311966" y="2179119"/>
                    <a:pt x="745327" y="2792357"/>
                    <a:pt x="19198" y="2866099"/>
                  </a:cubicBezTo>
                  <a:lnTo>
                    <a:pt x="0" y="2867069"/>
                  </a:lnTo>
                  <a:lnTo>
                    <a:pt x="0" y="2558887"/>
                  </a:lnTo>
                  <a:lnTo>
                    <a:pt x="100318" y="2543576"/>
                  </a:lnTo>
                  <a:cubicBezTo>
                    <a:pt x="616635" y="2437923"/>
                    <a:pt x="1005028" y="1981086"/>
                    <a:pt x="1005028" y="1433535"/>
                  </a:cubicBezTo>
                  <a:cubicBezTo>
                    <a:pt x="1005028" y="885985"/>
                    <a:pt x="616635" y="429148"/>
                    <a:pt x="100318" y="323494"/>
                  </a:cubicBezTo>
                  <a:lnTo>
                    <a:pt x="0" y="308184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7000">
                  <a:srgbClr val="00B0F0"/>
                </a:gs>
                <a:gs pos="100000">
                  <a:schemeClr val="bg1"/>
                </a:gs>
              </a:gsLst>
              <a:path path="circle">
                <a:fillToRect l="100000" t="100000"/>
              </a:path>
              <a:tileRect r="-100000" b="-100000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24936AC5-8EEC-4699-8BE6-2B989EF1AC04}"/>
                </a:ext>
              </a:extLst>
            </p:cNvPr>
            <p:cNvSpPr/>
            <p:nvPr/>
          </p:nvSpPr>
          <p:spPr>
            <a:xfrm>
              <a:off x="4673740" y="2027561"/>
              <a:ext cx="1276486" cy="2860160"/>
            </a:xfrm>
            <a:custGeom>
              <a:avLst/>
              <a:gdLst>
                <a:gd name="connsiteX0" fmla="*/ 1276486 w 1276486"/>
                <a:gd name="connsiteY0" fmla="*/ 0 h 2860160"/>
                <a:gd name="connsiteX1" fmla="*/ 1276486 w 1276486"/>
                <a:gd name="connsiteY1" fmla="*/ 310145 h 2860160"/>
                <a:gd name="connsiteX2" fmla="*/ 1211650 w 1276486"/>
                <a:gd name="connsiteY2" fmla="*/ 320040 h 2860160"/>
                <a:gd name="connsiteX3" fmla="*/ 306940 w 1276486"/>
                <a:gd name="connsiteY3" fmla="*/ 1430081 h 2860160"/>
                <a:gd name="connsiteX4" fmla="*/ 1211650 w 1276486"/>
                <a:gd name="connsiteY4" fmla="*/ 2540122 h 2860160"/>
                <a:gd name="connsiteX5" fmla="*/ 1276486 w 1276486"/>
                <a:gd name="connsiteY5" fmla="*/ 2550017 h 2860160"/>
                <a:gd name="connsiteX6" fmla="*/ 1276486 w 1276486"/>
                <a:gd name="connsiteY6" fmla="*/ 2860160 h 2860160"/>
                <a:gd name="connsiteX7" fmla="*/ 1149790 w 1276486"/>
                <a:gd name="connsiteY7" fmla="*/ 2840824 h 2860160"/>
                <a:gd name="connsiteX8" fmla="*/ 0 w 1276486"/>
                <a:gd name="connsiteY8" fmla="*/ 1430080 h 2860160"/>
                <a:gd name="connsiteX9" fmla="*/ 1149790 w 1276486"/>
                <a:gd name="connsiteY9" fmla="*/ 19336 h 2860160"/>
                <a:gd name="connsiteX10" fmla="*/ 1276486 w 1276486"/>
                <a:gd name="connsiteY10" fmla="*/ 0 h 2860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76486" h="2860160">
                  <a:moveTo>
                    <a:pt x="1276486" y="0"/>
                  </a:moveTo>
                  <a:lnTo>
                    <a:pt x="1276486" y="310145"/>
                  </a:lnTo>
                  <a:lnTo>
                    <a:pt x="1211650" y="320040"/>
                  </a:lnTo>
                  <a:cubicBezTo>
                    <a:pt x="695333" y="425694"/>
                    <a:pt x="306940" y="882531"/>
                    <a:pt x="306940" y="1430081"/>
                  </a:cubicBezTo>
                  <a:cubicBezTo>
                    <a:pt x="306940" y="1977632"/>
                    <a:pt x="695333" y="2434469"/>
                    <a:pt x="1211650" y="2540122"/>
                  </a:cubicBezTo>
                  <a:lnTo>
                    <a:pt x="1276486" y="2550017"/>
                  </a:lnTo>
                  <a:lnTo>
                    <a:pt x="1276486" y="2860160"/>
                  </a:lnTo>
                  <a:lnTo>
                    <a:pt x="1149790" y="2840824"/>
                  </a:lnTo>
                  <a:cubicBezTo>
                    <a:pt x="493606" y="2706550"/>
                    <a:pt x="0" y="2125959"/>
                    <a:pt x="0" y="1430080"/>
                  </a:cubicBezTo>
                  <a:cubicBezTo>
                    <a:pt x="0" y="734201"/>
                    <a:pt x="493606" y="153610"/>
                    <a:pt x="1149790" y="19336"/>
                  </a:cubicBezTo>
                  <a:lnTo>
                    <a:pt x="1276486" y="0"/>
                  </a:lnTo>
                  <a:close/>
                </a:path>
              </a:pathLst>
            </a:custGeom>
            <a:gradFill flip="none" rotWithShape="1">
              <a:gsLst>
                <a:gs pos="27000">
                  <a:srgbClr val="E040CD"/>
                </a:gs>
                <a:gs pos="100000">
                  <a:schemeClr val="bg1"/>
                </a:gs>
              </a:gsLst>
              <a:path path="circle">
                <a:fillToRect l="50000" t="50000" r="50000" b="50000"/>
              </a:path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7503DAF7-1108-45FA-BCC1-6117CE015109}"/>
                </a:ext>
              </a:extLst>
            </p:cNvPr>
            <p:cNvSpPr txBox="1"/>
            <p:nvPr/>
          </p:nvSpPr>
          <p:spPr>
            <a:xfrm>
              <a:off x="4941067" y="2913904"/>
              <a:ext cx="2414198" cy="9581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4000" dirty="0">
                  <a:latin typeface="Bahnschrift SemiBold SemiConden" panose="020B0502040204020203" pitchFamily="34" charset="0"/>
                </a:rPr>
                <a:t>BUSINESS </a:t>
              </a:r>
            </a:p>
            <a:p>
              <a:pPr algn="ctr"/>
              <a:r>
                <a:rPr lang="en-IN" sz="4000" dirty="0">
                  <a:latin typeface="Bahnschrift SemiBold SemiConden" panose="020B0502040204020203" pitchFamily="34" charset="0"/>
                </a:rPr>
                <a:t>INFOGRAPHIC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618606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Oval 24">
            <a:extLst>
              <a:ext uri="{FF2B5EF4-FFF2-40B4-BE49-F238E27FC236}">
                <a16:creationId xmlns:a16="http://schemas.microsoft.com/office/drawing/2014/main" id="{28318694-67A3-4D51-8005-47E2CFBD3CEC}"/>
              </a:ext>
            </a:extLst>
          </p:cNvPr>
          <p:cNvSpPr/>
          <p:nvPr/>
        </p:nvSpPr>
        <p:spPr>
          <a:xfrm>
            <a:off x="4984750" y="2324100"/>
            <a:ext cx="2262052" cy="2270229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D8EAD6E4-47FC-4019-B96E-A1E9ACF0759E}"/>
              </a:ext>
            </a:extLst>
          </p:cNvPr>
          <p:cNvGrpSpPr/>
          <p:nvPr/>
        </p:nvGrpSpPr>
        <p:grpSpPr>
          <a:xfrm>
            <a:off x="7008217" y="4164322"/>
            <a:ext cx="2941982" cy="1844296"/>
            <a:chOff x="7008217" y="4164322"/>
            <a:chExt cx="2941982" cy="1844296"/>
          </a:xfrm>
        </p:grpSpPr>
        <p:sp>
          <p:nvSpPr>
            <p:cNvPr id="31" name="Rectangle: Diagonal Corners Rounded 30">
              <a:extLst>
                <a:ext uri="{FF2B5EF4-FFF2-40B4-BE49-F238E27FC236}">
                  <a16:creationId xmlns:a16="http://schemas.microsoft.com/office/drawing/2014/main" id="{56CBA13A-9216-4C8D-BB94-29CD4A981FFD}"/>
                </a:ext>
              </a:extLst>
            </p:cNvPr>
            <p:cNvSpPr/>
            <p:nvPr/>
          </p:nvSpPr>
          <p:spPr>
            <a:xfrm flipV="1">
              <a:off x="7008217" y="4164322"/>
              <a:ext cx="2941982" cy="1844296"/>
            </a:xfrm>
            <a:prstGeom prst="round2Diag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2" name="Rectangle: Diagonal Corners Rounded 31">
              <a:extLst>
                <a:ext uri="{FF2B5EF4-FFF2-40B4-BE49-F238E27FC236}">
                  <a16:creationId xmlns:a16="http://schemas.microsoft.com/office/drawing/2014/main" id="{FF2173D3-2228-4793-AECC-0E0B9821106A}"/>
                </a:ext>
              </a:extLst>
            </p:cNvPr>
            <p:cNvSpPr/>
            <p:nvPr/>
          </p:nvSpPr>
          <p:spPr>
            <a:xfrm>
              <a:off x="7246802" y="4423716"/>
              <a:ext cx="2414198" cy="1306606"/>
            </a:xfrm>
            <a:prstGeom prst="round2Diag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A626A06F-9A84-4000-883E-DD47216BCC95}"/>
                </a:ext>
              </a:extLst>
            </p:cNvPr>
            <p:cNvSpPr/>
            <p:nvPr/>
          </p:nvSpPr>
          <p:spPr>
            <a:xfrm>
              <a:off x="7246802" y="4423716"/>
              <a:ext cx="392476" cy="439003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AA682A58-32F3-48DE-89C5-D5D77B57B554}"/>
                </a:ext>
              </a:extLst>
            </p:cNvPr>
            <p:cNvSpPr txBox="1"/>
            <p:nvPr/>
          </p:nvSpPr>
          <p:spPr>
            <a:xfrm>
              <a:off x="7586805" y="4700852"/>
              <a:ext cx="2069225" cy="8771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700" dirty="0"/>
                <a:t>Lorem </a:t>
              </a:r>
              <a:r>
                <a:rPr lang="en-IN" sz="1700" dirty="0" err="1"/>
                <a:t>Pellentesque</a:t>
              </a:r>
              <a:r>
                <a:rPr lang="en-IN" sz="1700" dirty="0"/>
                <a:t> habitant </a:t>
              </a:r>
              <a:r>
                <a:rPr lang="en-IN" sz="1700" dirty="0" err="1"/>
                <a:t>morbi</a:t>
              </a:r>
              <a:r>
                <a:rPr lang="en-IN" sz="1700" dirty="0"/>
                <a:t> </a:t>
              </a:r>
              <a:r>
                <a:rPr lang="en-IN" sz="1700" dirty="0" err="1"/>
                <a:t>tristique</a:t>
              </a:r>
              <a:r>
                <a:rPr lang="en-IN" sz="1700" dirty="0"/>
                <a:t> et </a:t>
              </a:r>
              <a:r>
                <a:rPr lang="en-IN" sz="1700" dirty="0" err="1"/>
                <a:t>netus</a:t>
              </a:r>
              <a:r>
                <a:rPr lang="en-IN" sz="1700" dirty="0"/>
                <a:t> et </a:t>
              </a: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B96BE671-016B-425B-8AE6-24A736AF9016}"/>
              </a:ext>
            </a:extLst>
          </p:cNvPr>
          <p:cNvGrpSpPr/>
          <p:nvPr/>
        </p:nvGrpSpPr>
        <p:grpSpPr>
          <a:xfrm>
            <a:off x="2242361" y="4115434"/>
            <a:ext cx="2941982" cy="1844296"/>
            <a:chOff x="2242361" y="4115434"/>
            <a:chExt cx="2941982" cy="1844296"/>
          </a:xfrm>
        </p:grpSpPr>
        <p:sp>
          <p:nvSpPr>
            <p:cNvPr id="34" name="Rectangle: Diagonal Corners Rounded 33">
              <a:extLst>
                <a:ext uri="{FF2B5EF4-FFF2-40B4-BE49-F238E27FC236}">
                  <a16:creationId xmlns:a16="http://schemas.microsoft.com/office/drawing/2014/main" id="{07DE3B62-0F5F-4828-AECA-ABA4B3A996BC}"/>
                </a:ext>
              </a:extLst>
            </p:cNvPr>
            <p:cNvSpPr/>
            <p:nvPr/>
          </p:nvSpPr>
          <p:spPr>
            <a:xfrm>
              <a:off x="2242361" y="4115434"/>
              <a:ext cx="2941982" cy="1844296"/>
            </a:xfrm>
            <a:prstGeom prst="round2Diag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5" name="Rectangle: Diagonal Corners Rounded 34">
              <a:extLst>
                <a:ext uri="{FF2B5EF4-FFF2-40B4-BE49-F238E27FC236}">
                  <a16:creationId xmlns:a16="http://schemas.microsoft.com/office/drawing/2014/main" id="{EA9B9534-C540-4D69-ABAF-78F1A69B1DB4}"/>
                </a:ext>
              </a:extLst>
            </p:cNvPr>
            <p:cNvSpPr/>
            <p:nvPr/>
          </p:nvSpPr>
          <p:spPr>
            <a:xfrm>
              <a:off x="2480946" y="4374828"/>
              <a:ext cx="2414198" cy="1306606"/>
            </a:xfrm>
            <a:prstGeom prst="round2Diag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D6F6ABAB-598D-4883-8CEE-E7637B423E25}"/>
                </a:ext>
              </a:extLst>
            </p:cNvPr>
            <p:cNvSpPr/>
            <p:nvPr/>
          </p:nvSpPr>
          <p:spPr>
            <a:xfrm>
              <a:off x="2480946" y="4374828"/>
              <a:ext cx="392476" cy="439003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416A84F5-F748-4672-9FC7-73AD8A50A546}"/>
                </a:ext>
              </a:extLst>
            </p:cNvPr>
            <p:cNvSpPr txBox="1"/>
            <p:nvPr/>
          </p:nvSpPr>
          <p:spPr>
            <a:xfrm>
              <a:off x="2802168" y="4708533"/>
              <a:ext cx="2069225" cy="8771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700" dirty="0"/>
                <a:t>Lorem </a:t>
              </a:r>
              <a:r>
                <a:rPr lang="en-IN" sz="1700" dirty="0" err="1"/>
                <a:t>Pellentesque</a:t>
              </a:r>
              <a:r>
                <a:rPr lang="en-IN" sz="1700" dirty="0"/>
                <a:t> habitant </a:t>
              </a:r>
              <a:r>
                <a:rPr lang="en-IN" sz="1700" dirty="0" err="1"/>
                <a:t>morbi</a:t>
              </a:r>
              <a:r>
                <a:rPr lang="en-IN" sz="1700" dirty="0"/>
                <a:t> </a:t>
              </a:r>
              <a:r>
                <a:rPr lang="en-IN" sz="1700" dirty="0" err="1"/>
                <a:t>tristique</a:t>
              </a:r>
              <a:r>
                <a:rPr lang="en-IN" sz="1700" dirty="0"/>
                <a:t> et </a:t>
              </a:r>
              <a:r>
                <a:rPr lang="en-IN" sz="1700" dirty="0" err="1"/>
                <a:t>netus</a:t>
              </a:r>
              <a:r>
                <a:rPr lang="en-IN" sz="1700" dirty="0"/>
                <a:t> et </a:t>
              </a: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680D3D70-564D-4F76-BC29-491A73363A18}"/>
              </a:ext>
            </a:extLst>
          </p:cNvPr>
          <p:cNvGrpSpPr/>
          <p:nvPr/>
        </p:nvGrpSpPr>
        <p:grpSpPr>
          <a:xfrm>
            <a:off x="7008217" y="906666"/>
            <a:ext cx="2941982" cy="1844296"/>
            <a:chOff x="7008217" y="906666"/>
            <a:chExt cx="2941982" cy="1844296"/>
          </a:xfrm>
        </p:grpSpPr>
        <p:sp>
          <p:nvSpPr>
            <p:cNvPr id="28" name="Rectangle: Diagonal Corners Rounded 27">
              <a:extLst>
                <a:ext uri="{FF2B5EF4-FFF2-40B4-BE49-F238E27FC236}">
                  <a16:creationId xmlns:a16="http://schemas.microsoft.com/office/drawing/2014/main" id="{D60061C1-08E1-4753-B102-D0A36F541345}"/>
                </a:ext>
              </a:extLst>
            </p:cNvPr>
            <p:cNvSpPr/>
            <p:nvPr/>
          </p:nvSpPr>
          <p:spPr>
            <a:xfrm>
              <a:off x="7008217" y="906666"/>
              <a:ext cx="2941982" cy="1844296"/>
            </a:xfrm>
            <a:prstGeom prst="round2Diag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9" name="Rectangle: Diagonal Corners Rounded 28">
              <a:extLst>
                <a:ext uri="{FF2B5EF4-FFF2-40B4-BE49-F238E27FC236}">
                  <a16:creationId xmlns:a16="http://schemas.microsoft.com/office/drawing/2014/main" id="{B83E4502-1DF4-466F-8D46-7B6830ACDE26}"/>
                </a:ext>
              </a:extLst>
            </p:cNvPr>
            <p:cNvSpPr/>
            <p:nvPr/>
          </p:nvSpPr>
          <p:spPr>
            <a:xfrm>
              <a:off x="7246802" y="1166060"/>
              <a:ext cx="2414198" cy="1306606"/>
            </a:xfrm>
            <a:prstGeom prst="round2Diag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8857D6E5-0000-44FA-977C-1A9E4E8C53C0}"/>
                </a:ext>
              </a:extLst>
            </p:cNvPr>
            <p:cNvSpPr/>
            <p:nvPr/>
          </p:nvSpPr>
          <p:spPr>
            <a:xfrm>
              <a:off x="7246802" y="1166060"/>
              <a:ext cx="392476" cy="439003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D6F9E6D0-56C8-4890-8372-0A9A32F75498}"/>
                </a:ext>
              </a:extLst>
            </p:cNvPr>
            <p:cNvSpPr txBox="1"/>
            <p:nvPr/>
          </p:nvSpPr>
          <p:spPr>
            <a:xfrm>
              <a:off x="7572757" y="1511371"/>
              <a:ext cx="2069225" cy="8771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700" dirty="0"/>
                <a:t>Lorem </a:t>
              </a:r>
              <a:r>
                <a:rPr lang="en-IN" sz="1700" dirty="0" err="1"/>
                <a:t>Pellentesque</a:t>
              </a:r>
              <a:r>
                <a:rPr lang="en-IN" sz="1700" dirty="0"/>
                <a:t> habitant </a:t>
              </a:r>
              <a:r>
                <a:rPr lang="en-IN" sz="1700" dirty="0" err="1"/>
                <a:t>morbi</a:t>
              </a:r>
              <a:r>
                <a:rPr lang="en-IN" sz="1700" dirty="0"/>
                <a:t> </a:t>
              </a:r>
              <a:r>
                <a:rPr lang="en-IN" sz="1700" dirty="0" err="1"/>
                <a:t>tristique</a:t>
              </a:r>
              <a:r>
                <a:rPr lang="en-IN" sz="1700" dirty="0"/>
                <a:t> et </a:t>
              </a:r>
              <a:r>
                <a:rPr lang="en-IN" sz="1700" dirty="0" err="1"/>
                <a:t>netus</a:t>
              </a:r>
              <a:r>
                <a:rPr lang="en-IN" sz="1700" dirty="0"/>
                <a:t> et 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C4AA874-616D-435D-9A7C-41995405D019}"/>
              </a:ext>
            </a:extLst>
          </p:cNvPr>
          <p:cNvGrpSpPr/>
          <p:nvPr/>
        </p:nvGrpSpPr>
        <p:grpSpPr>
          <a:xfrm>
            <a:off x="2277283" y="906666"/>
            <a:ext cx="2941982" cy="1844296"/>
            <a:chOff x="2277283" y="906666"/>
            <a:chExt cx="2941982" cy="1844296"/>
          </a:xfrm>
        </p:grpSpPr>
        <p:sp>
          <p:nvSpPr>
            <p:cNvPr id="6" name="Rectangle: Diagonal Corners Rounded 5">
              <a:extLst>
                <a:ext uri="{FF2B5EF4-FFF2-40B4-BE49-F238E27FC236}">
                  <a16:creationId xmlns:a16="http://schemas.microsoft.com/office/drawing/2014/main" id="{3CC6CAA7-1ACA-4D83-9205-A7C21CFB3898}"/>
                </a:ext>
              </a:extLst>
            </p:cNvPr>
            <p:cNvSpPr/>
            <p:nvPr/>
          </p:nvSpPr>
          <p:spPr>
            <a:xfrm flipH="1">
              <a:off x="2277283" y="906666"/>
              <a:ext cx="2941982" cy="1844296"/>
            </a:xfrm>
            <a:prstGeom prst="round2Diag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1" name="Rectangle: Diagonal Corners Rounded 20">
              <a:extLst>
                <a:ext uri="{FF2B5EF4-FFF2-40B4-BE49-F238E27FC236}">
                  <a16:creationId xmlns:a16="http://schemas.microsoft.com/office/drawing/2014/main" id="{81571961-E80C-4AF6-B704-6A994CC3A609}"/>
                </a:ext>
              </a:extLst>
            </p:cNvPr>
            <p:cNvSpPr/>
            <p:nvPr/>
          </p:nvSpPr>
          <p:spPr>
            <a:xfrm>
              <a:off x="2515868" y="1166060"/>
              <a:ext cx="2414198" cy="1306606"/>
            </a:xfrm>
            <a:prstGeom prst="round2Diag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BB357EC3-C2C9-4FAD-83FD-7F2771646D3A}"/>
                </a:ext>
              </a:extLst>
            </p:cNvPr>
            <p:cNvSpPr/>
            <p:nvPr/>
          </p:nvSpPr>
          <p:spPr>
            <a:xfrm>
              <a:off x="2515868" y="1166060"/>
              <a:ext cx="392476" cy="439003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F2EB2C5-71B0-4A28-A0BA-05637C442E39}"/>
                </a:ext>
              </a:extLst>
            </p:cNvPr>
            <p:cNvSpPr txBox="1"/>
            <p:nvPr/>
          </p:nvSpPr>
          <p:spPr>
            <a:xfrm>
              <a:off x="2812680" y="1380781"/>
              <a:ext cx="2371103" cy="8771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700" dirty="0"/>
                <a:t>Lorem </a:t>
              </a:r>
              <a:r>
                <a:rPr lang="en-IN" sz="1700" dirty="0" err="1"/>
                <a:t>Pellentesque</a:t>
              </a:r>
              <a:r>
                <a:rPr lang="en-IN" sz="1700" dirty="0"/>
                <a:t> habitant </a:t>
              </a:r>
              <a:r>
                <a:rPr lang="en-IN" sz="1700" dirty="0" err="1"/>
                <a:t>morbi</a:t>
              </a:r>
              <a:r>
                <a:rPr lang="en-IN" sz="1700" dirty="0"/>
                <a:t> </a:t>
              </a:r>
              <a:r>
                <a:rPr lang="en-IN" sz="1700" dirty="0" err="1"/>
                <a:t>tristique</a:t>
              </a:r>
              <a:r>
                <a:rPr lang="en-IN" sz="1700" dirty="0"/>
                <a:t> </a:t>
              </a:r>
              <a:r>
                <a:rPr lang="en-IN" sz="1700" dirty="0" err="1"/>
                <a:t>senectus</a:t>
              </a:r>
              <a:r>
                <a:rPr lang="en-IN" sz="1700" dirty="0"/>
                <a:t> et </a:t>
              </a:r>
              <a:r>
                <a:rPr lang="en-IN" sz="1700" dirty="0" err="1"/>
                <a:t>netus</a:t>
              </a:r>
              <a:r>
                <a:rPr lang="en-IN" sz="1700" dirty="0"/>
                <a:t> et </a:t>
              </a:r>
            </a:p>
          </p:txBody>
        </p:sp>
      </p:grp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1A0771E5-A0D9-4C93-871D-90D989BB1441}"/>
              </a:ext>
            </a:extLst>
          </p:cNvPr>
          <p:cNvSpPr/>
          <p:nvPr/>
        </p:nvSpPr>
        <p:spPr>
          <a:xfrm>
            <a:off x="6241774" y="2024108"/>
            <a:ext cx="1311966" cy="2867069"/>
          </a:xfrm>
          <a:custGeom>
            <a:avLst/>
            <a:gdLst>
              <a:gd name="connsiteX0" fmla="*/ 0 w 1311966"/>
              <a:gd name="connsiteY0" fmla="*/ 0 h 2867069"/>
              <a:gd name="connsiteX1" fmla="*/ 19198 w 1311966"/>
              <a:gd name="connsiteY1" fmla="*/ 969 h 2867069"/>
              <a:gd name="connsiteX2" fmla="*/ 1311966 w 1311966"/>
              <a:gd name="connsiteY2" fmla="*/ 1433534 h 2867069"/>
              <a:gd name="connsiteX3" fmla="*/ 19198 w 1311966"/>
              <a:gd name="connsiteY3" fmla="*/ 2866099 h 2867069"/>
              <a:gd name="connsiteX4" fmla="*/ 0 w 1311966"/>
              <a:gd name="connsiteY4" fmla="*/ 2867069 h 2867069"/>
              <a:gd name="connsiteX5" fmla="*/ 0 w 1311966"/>
              <a:gd name="connsiteY5" fmla="*/ 2558887 h 2867069"/>
              <a:gd name="connsiteX6" fmla="*/ 100318 w 1311966"/>
              <a:gd name="connsiteY6" fmla="*/ 2543576 h 2867069"/>
              <a:gd name="connsiteX7" fmla="*/ 1005028 w 1311966"/>
              <a:gd name="connsiteY7" fmla="*/ 1433535 h 2867069"/>
              <a:gd name="connsiteX8" fmla="*/ 100318 w 1311966"/>
              <a:gd name="connsiteY8" fmla="*/ 323494 h 2867069"/>
              <a:gd name="connsiteX9" fmla="*/ 0 w 1311966"/>
              <a:gd name="connsiteY9" fmla="*/ 308184 h 2867069"/>
              <a:gd name="connsiteX10" fmla="*/ 0 w 1311966"/>
              <a:gd name="connsiteY10" fmla="*/ 0 h 28670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311966" h="2867069">
                <a:moveTo>
                  <a:pt x="0" y="0"/>
                </a:moveTo>
                <a:lnTo>
                  <a:pt x="19198" y="969"/>
                </a:lnTo>
                <a:cubicBezTo>
                  <a:pt x="745327" y="74711"/>
                  <a:pt x="1311966" y="687950"/>
                  <a:pt x="1311966" y="1433534"/>
                </a:cubicBezTo>
                <a:cubicBezTo>
                  <a:pt x="1311966" y="2179119"/>
                  <a:pt x="745327" y="2792357"/>
                  <a:pt x="19198" y="2866099"/>
                </a:cubicBezTo>
                <a:lnTo>
                  <a:pt x="0" y="2867069"/>
                </a:lnTo>
                <a:lnTo>
                  <a:pt x="0" y="2558887"/>
                </a:lnTo>
                <a:lnTo>
                  <a:pt x="100318" y="2543576"/>
                </a:lnTo>
                <a:cubicBezTo>
                  <a:pt x="616635" y="2437923"/>
                  <a:pt x="1005028" y="1981086"/>
                  <a:pt x="1005028" y="1433535"/>
                </a:cubicBezTo>
                <a:cubicBezTo>
                  <a:pt x="1005028" y="885985"/>
                  <a:pt x="616635" y="429148"/>
                  <a:pt x="100318" y="323494"/>
                </a:cubicBezTo>
                <a:lnTo>
                  <a:pt x="0" y="308184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7000">
                <a:srgbClr val="00B0F0"/>
              </a:gs>
              <a:gs pos="10000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24936AC5-8EEC-4699-8BE6-2B989EF1AC04}"/>
              </a:ext>
            </a:extLst>
          </p:cNvPr>
          <p:cNvSpPr/>
          <p:nvPr/>
        </p:nvSpPr>
        <p:spPr>
          <a:xfrm>
            <a:off x="4673740" y="2027561"/>
            <a:ext cx="1276486" cy="2860160"/>
          </a:xfrm>
          <a:custGeom>
            <a:avLst/>
            <a:gdLst>
              <a:gd name="connsiteX0" fmla="*/ 1276486 w 1276486"/>
              <a:gd name="connsiteY0" fmla="*/ 0 h 2860160"/>
              <a:gd name="connsiteX1" fmla="*/ 1276486 w 1276486"/>
              <a:gd name="connsiteY1" fmla="*/ 310145 h 2860160"/>
              <a:gd name="connsiteX2" fmla="*/ 1211650 w 1276486"/>
              <a:gd name="connsiteY2" fmla="*/ 320040 h 2860160"/>
              <a:gd name="connsiteX3" fmla="*/ 306940 w 1276486"/>
              <a:gd name="connsiteY3" fmla="*/ 1430081 h 2860160"/>
              <a:gd name="connsiteX4" fmla="*/ 1211650 w 1276486"/>
              <a:gd name="connsiteY4" fmla="*/ 2540122 h 2860160"/>
              <a:gd name="connsiteX5" fmla="*/ 1276486 w 1276486"/>
              <a:gd name="connsiteY5" fmla="*/ 2550017 h 2860160"/>
              <a:gd name="connsiteX6" fmla="*/ 1276486 w 1276486"/>
              <a:gd name="connsiteY6" fmla="*/ 2860160 h 2860160"/>
              <a:gd name="connsiteX7" fmla="*/ 1149790 w 1276486"/>
              <a:gd name="connsiteY7" fmla="*/ 2840824 h 2860160"/>
              <a:gd name="connsiteX8" fmla="*/ 0 w 1276486"/>
              <a:gd name="connsiteY8" fmla="*/ 1430080 h 2860160"/>
              <a:gd name="connsiteX9" fmla="*/ 1149790 w 1276486"/>
              <a:gd name="connsiteY9" fmla="*/ 19336 h 2860160"/>
              <a:gd name="connsiteX10" fmla="*/ 1276486 w 1276486"/>
              <a:gd name="connsiteY10" fmla="*/ 0 h 286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76486" h="2860160">
                <a:moveTo>
                  <a:pt x="1276486" y="0"/>
                </a:moveTo>
                <a:lnTo>
                  <a:pt x="1276486" y="310145"/>
                </a:lnTo>
                <a:lnTo>
                  <a:pt x="1211650" y="320040"/>
                </a:lnTo>
                <a:cubicBezTo>
                  <a:pt x="695333" y="425694"/>
                  <a:pt x="306940" y="882531"/>
                  <a:pt x="306940" y="1430081"/>
                </a:cubicBezTo>
                <a:cubicBezTo>
                  <a:pt x="306940" y="1977632"/>
                  <a:pt x="695333" y="2434469"/>
                  <a:pt x="1211650" y="2540122"/>
                </a:cubicBezTo>
                <a:lnTo>
                  <a:pt x="1276486" y="2550017"/>
                </a:lnTo>
                <a:lnTo>
                  <a:pt x="1276486" y="2860160"/>
                </a:lnTo>
                <a:lnTo>
                  <a:pt x="1149790" y="2840824"/>
                </a:lnTo>
                <a:cubicBezTo>
                  <a:pt x="493606" y="2706550"/>
                  <a:pt x="0" y="2125959"/>
                  <a:pt x="0" y="1430080"/>
                </a:cubicBezTo>
                <a:cubicBezTo>
                  <a:pt x="0" y="734201"/>
                  <a:pt x="493606" y="153610"/>
                  <a:pt x="1149790" y="19336"/>
                </a:cubicBezTo>
                <a:lnTo>
                  <a:pt x="1276486" y="0"/>
                </a:lnTo>
                <a:close/>
              </a:path>
            </a:pathLst>
          </a:custGeom>
          <a:gradFill flip="none" rotWithShape="1">
            <a:gsLst>
              <a:gs pos="27000">
                <a:srgbClr val="E040CD"/>
              </a:gs>
              <a:gs pos="100000">
                <a:schemeClr val="bg1"/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503DAF7-1108-45FA-BCC1-6117CE015109}"/>
              </a:ext>
            </a:extLst>
          </p:cNvPr>
          <p:cNvSpPr txBox="1"/>
          <p:nvPr/>
        </p:nvSpPr>
        <p:spPr>
          <a:xfrm>
            <a:off x="4949137" y="2951946"/>
            <a:ext cx="241419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latin typeface="Bahnschrift SemiBold SemiConden" panose="020B0502040204020203" pitchFamily="34" charset="0"/>
              </a:rPr>
              <a:t>BUSINESS </a:t>
            </a:r>
          </a:p>
          <a:p>
            <a:pPr algn="ctr"/>
            <a:r>
              <a:rPr lang="en-IN" sz="2800" dirty="0">
                <a:latin typeface="Bahnschrift SemiBold SemiConden" panose="020B0502040204020203" pitchFamily="34" charset="0"/>
              </a:rPr>
              <a:t>INFOGRAPHIC</a:t>
            </a:r>
          </a:p>
        </p:txBody>
      </p:sp>
    </p:spTree>
    <p:extLst>
      <p:ext uri="{BB962C8B-B14F-4D97-AF65-F5344CB8AC3E}">
        <p14:creationId xmlns:p14="http://schemas.microsoft.com/office/powerpoint/2010/main" val="9480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  <p:bldP spid="4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70</Words>
  <Application>Microsoft Office PowerPoint</Application>
  <PresentationFormat>Widescreen</PresentationFormat>
  <Paragraphs>12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Bahnschrift SemiBold SemiConden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Harshal Ingle</dc:creator>
  <cp:lastModifiedBy>Harshal Ingle</cp:lastModifiedBy>
  <cp:revision>11</cp:revision>
  <dcterms:created xsi:type="dcterms:W3CDTF">2025-08-06T06:46:25Z</dcterms:created>
  <dcterms:modified xsi:type="dcterms:W3CDTF">2025-08-15T18:06:24Z</dcterms:modified>
</cp:coreProperties>
</file>