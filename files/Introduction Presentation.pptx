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7" r:id="rId4"/>
    <p:sldId id="265" r:id="rId5"/>
    <p:sldId id="266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495"/>
    <a:srgbClr val="084393"/>
    <a:srgbClr val="060D10"/>
    <a:srgbClr val="070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500" y="5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E0B6-7F70-46EF-A50F-8370B2FDE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87F74-A743-48A5-A0DC-A41E348F3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733F-C6C3-4303-A3A2-B48CF787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20A27-6FBD-482B-ACEE-E48BE682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DDF31-A9B5-4C7E-8E8C-5BD74D79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3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4B82-6EA2-4E47-A94D-220D8B83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58E2A-0108-45B5-9805-8DB7C306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53A30-EF50-4D43-A4D7-3457D284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670CE-1BEE-44BC-B992-4D90F908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839A6-03A6-4A8E-AB4C-309B3B66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82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488E-DA87-42DF-AF28-9AB151B8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0A272-DD8E-473F-8AF9-52311A255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E81CD-2AA5-41D0-AF3F-0A43AF79E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F91E-0EF1-4BA5-B1F5-BBCF5E34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165D-FB51-4C3B-B149-36CF5C8B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5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FF2A-9DE9-489D-B0F8-9DF14880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96DA6-437E-4A8F-B1E3-93679D8AB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1A23F-8F78-469E-B0B3-DDE83C4B3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1956D-E9AA-4C6C-80D9-E81E1E19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BDC61-7137-448E-B54B-B054FC13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36B16-4066-496C-AB56-747C2DF7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14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D4E0-EAA3-4A6B-9652-FD60CEA4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AFB55-0C85-4AEE-9434-A60378141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15CFA-54DE-4039-A461-38A6BCF20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062D7-7A20-4CAE-A1F5-88BC011C5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DF3D0-E134-4542-BB27-51AAED60B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4BEE0-A715-4690-919D-567667D3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8DA8F-653F-4F16-8E5D-F78618C4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050E6-BB5B-4699-81D0-15E08E6B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A4E8-B9A6-4A60-AD4F-78AD547F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8F7FF-7287-42F4-9A1D-B9A43353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7EE04-DF56-4360-B63B-85B216FE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DB81F-27CC-46DB-8478-776BFD34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73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968E-A3AF-40ED-9B52-6A73D2B5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8E13-8820-4ECE-973E-2AD383E6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E9152-656E-4155-B181-61B7D866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54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3BF5-498F-4FAD-8AF3-EF38B03B0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669C-638A-435D-A558-7AA246106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1B50E-E877-49B4-BC2C-9A1772218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FD756-E0E4-4898-A5B9-563C20B9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DC283-4DC1-44FC-8EE0-41ADD9EF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B3CC8-219B-412E-8D0C-3F61E920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80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69AF-7131-48A0-A72F-058AF5DB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82319-5116-46AE-B0EB-D08C1179D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726DA-6973-4991-BE35-D17A9B7BA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5FCE1-7F0F-485C-A268-03898F22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AB531-21E4-4226-AEC3-E1CC3D16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BA630-F300-423C-B8CE-6A54FC69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8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9831-E43E-4289-9085-CAADD2DB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A08BF-F2CF-404B-AB6A-D954FD96C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98811-9F33-4287-AFD5-CCF81ECF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2A1F-E3AE-4D1F-9505-F13842BB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C2DBD-8D7A-4456-B989-7CFECCF2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57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08D25-7B90-4940-9A12-351F64373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4D993-C00F-419C-8579-6E112227E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37078-C0A0-46BD-BBE2-76A9669A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1F410-C603-4AD0-8960-EBAAF5D0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29D4A-8964-4D38-B5A7-0E771ACC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39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86762-4CAD-4608-ADEA-29AD2A32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875F7-2B54-4C06-9653-C72B82ED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DD06-F48C-48DC-B93B-F29FD2C42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98B07-BD5E-4304-9315-A2358CC411A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0FAC6-290D-4D80-B128-61163B168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24C1-DDB2-4386-9452-18FF464A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90D48-A136-472C-831B-D3639D76F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38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3.jpe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4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B9BCF7-ADB9-49E1-A83C-36718D0BDD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5560" r="5556" b="5560"/>
          <a:stretch/>
        </p:blipFill>
        <p:spPr>
          <a:xfrm>
            <a:off x="525885" y="1733045"/>
            <a:ext cx="2137801" cy="3206702"/>
          </a:xfrm>
          <a:prstGeom prst="roundRect">
            <a:avLst>
              <a:gd name="adj" fmla="val 13914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3FA33-24CD-4873-83E7-3C4EEF2391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/>
        </p:blipFill>
        <p:spPr>
          <a:xfrm>
            <a:off x="7418317" y="1733045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F784F8-D24C-4CF0-8388-4704E926F7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5085808" y="1733045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B3D43-810B-4BAF-A263-BBF6CB35B5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299" y="1733045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B78B1-47A1-43C0-ACC7-C5AE7E3D56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6" r="33844"/>
          <a:stretch/>
        </p:blipFill>
        <p:spPr>
          <a:xfrm>
            <a:off x="9750826" y="1733045"/>
            <a:ext cx="2137801" cy="3206700"/>
          </a:xfrm>
          <a:prstGeom prst="roundRect">
            <a:avLst>
              <a:gd name="adj" fmla="val 13914"/>
            </a:avLst>
          </a:prstGeom>
        </p:spPr>
      </p:pic>
    </p:spTree>
    <p:extLst>
      <p:ext uri="{BB962C8B-B14F-4D97-AF65-F5344CB8AC3E}">
        <p14:creationId xmlns:p14="http://schemas.microsoft.com/office/powerpoint/2010/main" val="24694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7B3D43-810B-4BAF-A263-BBF6CB35B5D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509" y="2034747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3FA33-24CD-4873-83E7-3C4EEF2391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/>
        </p:blipFill>
        <p:spPr>
          <a:xfrm>
            <a:off x="7721690" y="2034748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B78B1-47A1-43C0-ACC7-C5AE7E3D56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6" r="33844"/>
          <a:stretch/>
        </p:blipFill>
        <p:spPr>
          <a:xfrm>
            <a:off x="10054199" y="2034748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B7236-036B-448E-9BB0-10386E8AF3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0" y="2034747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B9BCF7-ADB9-49E1-A83C-36718D0BDD3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5560" r="5556" b="5560"/>
          <a:stretch/>
        </p:blipFill>
        <p:spPr>
          <a:xfrm>
            <a:off x="4644677" y="1143627"/>
            <a:ext cx="2895181" cy="4342773"/>
          </a:xfrm>
          <a:prstGeom prst="roundRect">
            <a:avLst>
              <a:gd name="adj" fmla="val 13914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4C0095-D511-465F-98F6-878C473FF2CB}"/>
              </a:ext>
            </a:extLst>
          </p:cNvPr>
          <p:cNvSpPr/>
          <p:nvPr/>
        </p:nvSpPr>
        <p:spPr>
          <a:xfrm>
            <a:off x="5312246" y="5556855"/>
            <a:ext cx="1489510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900" dirty="0">
                <a:solidFill>
                  <a:srgbClr val="060D10"/>
                </a:solidFill>
                <a:latin typeface="Berlin Sans FB" panose="020E0602020502020306" pitchFamily="34" charset="0"/>
              </a:rPr>
              <a:t>William Hart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9B81D-3A71-4BD2-845E-C02D490AF587}"/>
              </a:ext>
            </a:extLst>
          </p:cNvPr>
          <p:cNvSpPr/>
          <p:nvPr/>
        </p:nvSpPr>
        <p:spPr>
          <a:xfrm>
            <a:off x="4940590" y="5931406"/>
            <a:ext cx="2509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Bodoni MT" panose="02070603080606020203" pitchFamily="18" charset="0"/>
              </a:rPr>
              <a:t>Lead Product Strategist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1DE8D-2252-48E2-8EC9-86B48F8542E0}"/>
              </a:ext>
            </a:extLst>
          </p:cNvPr>
          <p:cNvSpPr/>
          <p:nvPr/>
        </p:nvSpPr>
        <p:spPr>
          <a:xfrm>
            <a:off x="3210667" y="6256983"/>
            <a:ext cx="59694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Bodoni MT" panose="02070603080606020203" pitchFamily="18" charset="0"/>
              </a:rPr>
              <a:t>Former Senior PM at Microsoft; MBA – London Business School (UK)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14034-E0DD-4C91-811E-3B4C000A9A63}"/>
              </a:ext>
            </a:extLst>
          </p:cNvPr>
          <p:cNvSpPr txBox="1"/>
          <p:nvPr/>
        </p:nvSpPr>
        <p:spPr>
          <a:xfrm>
            <a:off x="4295275" y="323570"/>
            <a:ext cx="118684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74495"/>
                </a:solidFill>
                <a:latin typeface="Britannic Bold" panose="020B0903060703020204" pitchFamily="34" charset="0"/>
              </a:rPr>
              <a:t>Meet </a:t>
            </a:r>
            <a:endParaRPr lang="en-IN" sz="2800" dirty="0">
              <a:solidFill>
                <a:srgbClr val="074495"/>
              </a:solidFill>
              <a:latin typeface="Britannic Bold" panose="020B0903060703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4FA83A-7B75-4235-A8C7-5EBC349FEC9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2309" b="63537" l="11604" r="85956">
                        <a14:foregroundMark x1="41895" y1="42285" x2="42090" y2="47070"/>
                        <a14:foregroundMark x1="42871" y1="43164" x2="47363" y2="48730"/>
                        <a14:foregroundMark x1="48242" y1="42090" x2="48340" y2="46094"/>
                        <a14:foregroundMark x1="52344" y1="42188" x2="52344" y2="49023"/>
                        <a14:foregroundMark x1="52344" y1="41406" x2="56055" y2="41406"/>
                        <a14:foregroundMark x1="52539" y1="49219" x2="55664" y2="49512"/>
                        <a14:foregroundMark x1="56152" y1="49805" x2="57031" y2="49805"/>
                        <a14:foregroundMark x1="61328" y1="41895" x2="65625" y2="47168"/>
                        <a14:foregroundMark x1="66504" y1="41895" x2="62500" y2="47070"/>
                        <a14:foregroundMark x1="65234" y1="47070" x2="66797" y2="49414"/>
                        <a14:foregroundMark x1="62500" y1="46680" x2="61133" y2="48730"/>
                        <a14:foregroundMark x1="70703" y1="42285" x2="71191" y2="46973"/>
                        <a14:foregroundMark x1="76953" y1="42285" x2="76367" y2="48535"/>
                        <a14:foregroundMark x1="81641" y1="44531" x2="84375" y2="45508"/>
                        <a14:foregroundMark x1="81250" y1="41992" x2="81055" y2="43359"/>
                        <a14:foregroundMark x1="80957" y1="48438" x2="84082" y2="49512"/>
                        <a14:foregroundMark x1="82324" y1="41211" x2="84277" y2="41211"/>
                        <a14:foregroundMark x1="44434" y1="53613" x2="46387" y2="58398"/>
                        <a14:foregroundMark x1="43750" y1="53711" x2="41406" y2="59473"/>
                        <a14:foregroundMark x1="51270" y1="53809" x2="50879" y2="58691"/>
                        <a14:foregroundMark x1="51074" y1="57617" x2="51172" y2="60547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10" t="28406" r="4750" b="32560"/>
          <a:stretch/>
        </p:blipFill>
        <p:spPr>
          <a:xfrm>
            <a:off x="5373005" y="257232"/>
            <a:ext cx="1428751" cy="6000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A20323-5B21-4049-922F-6C3E7F3F9DD8}"/>
              </a:ext>
            </a:extLst>
          </p:cNvPr>
          <p:cNvSpPr txBox="1"/>
          <p:nvPr/>
        </p:nvSpPr>
        <p:spPr>
          <a:xfrm>
            <a:off x="6657659" y="289598"/>
            <a:ext cx="1276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74495"/>
                </a:solidFill>
                <a:latin typeface="Britannic Bold" panose="020B0903060703020204" pitchFamily="34" charset="0"/>
              </a:rPr>
              <a:t>Team</a:t>
            </a:r>
            <a:endParaRPr lang="en-IN" sz="2800" dirty="0">
              <a:solidFill>
                <a:srgbClr val="074495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63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7B3D43-810B-4BAF-A263-BBF6CB35B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677" y="1267271"/>
            <a:ext cx="2882305" cy="4323457"/>
          </a:xfrm>
          <a:prstGeom prst="roundRect">
            <a:avLst>
              <a:gd name="adj" fmla="val 13914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3FA33-24CD-4873-83E7-3C4EEF2391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/>
        </p:blipFill>
        <p:spPr>
          <a:xfrm>
            <a:off x="7721690" y="1733046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B78B1-47A1-43C0-ACC7-C5AE7E3D56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6" r="33844"/>
          <a:stretch/>
        </p:blipFill>
        <p:spPr>
          <a:xfrm>
            <a:off x="10054199" y="1733046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B7236-036B-448E-9BB0-10386E8AF3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2312168" y="1733045"/>
            <a:ext cx="2137801" cy="3206701"/>
          </a:xfrm>
          <a:prstGeom prst="roundRect">
            <a:avLst>
              <a:gd name="adj" fmla="val 13914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59570D-1BC4-42EE-B924-7B3ED2498CE4}"/>
              </a:ext>
            </a:extLst>
          </p:cNvPr>
          <p:cNvSpPr/>
          <p:nvPr/>
        </p:nvSpPr>
        <p:spPr>
          <a:xfrm>
            <a:off x="5340270" y="5654199"/>
            <a:ext cx="1491114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900" dirty="0">
                <a:solidFill>
                  <a:srgbClr val="060D10"/>
                </a:solidFill>
                <a:latin typeface="Berlin Sans FB" panose="020E0602020502020306" pitchFamily="34" charset="0"/>
              </a:rPr>
              <a:t>Olivia Grant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B2FCE-D9BC-46A2-93B9-64C97787195A}"/>
              </a:ext>
            </a:extLst>
          </p:cNvPr>
          <p:cNvSpPr/>
          <p:nvPr/>
        </p:nvSpPr>
        <p:spPr>
          <a:xfrm>
            <a:off x="4470310" y="5939082"/>
            <a:ext cx="355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doni MT" panose="02070603080606020203" pitchFamily="18" charset="0"/>
              </a:rPr>
              <a:t>Head of Design &amp; User Experience</a:t>
            </a:r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1725E-CEC0-4A36-BA70-7CDA243F6228}"/>
              </a:ext>
            </a:extLst>
          </p:cNvPr>
          <p:cNvSpPr/>
          <p:nvPr/>
        </p:nvSpPr>
        <p:spPr>
          <a:xfrm>
            <a:off x="3235601" y="627322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Bodoni MT" panose="02070603080606020203" pitchFamily="18" charset="0"/>
              </a:rPr>
              <a:t>Ex-Design Lead at Apple; M.Des. – Rhode Island School of Design (USA)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6F8514-E3AB-430E-A38A-5D1946D77F8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5560" r="5556" b="5560"/>
          <a:stretch/>
        </p:blipFill>
        <p:spPr>
          <a:xfrm>
            <a:off x="-20341" y="1733044"/>
            <a:ext cx="2137801" cy="3206702"/>
          </a:xfrm>
          <a:prstGeom prst="roundRect">
            <a:avLst>
              <a:gd name="adj" fmla="val 13914"/>
            </a:avLst>
          </a:prstGeom>
        </p:spPr>
      </p:pic>
    </p:spTree>
    <p:extLst>
      <p:ext uri="{BB962C8B-B14F-4D97-AF65-F5344CB8AC3E}">
        <p14:creationId xmlns:p14="http://schemas.microsoft.com/office/powerpoint/2010/main" val="3391740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B9BCF7-ADB9-49E1-A83C-36718D0BDD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5560" r="5556" b="5560"/>
          <a:stretch/>
        </p:blipFill>
        <p:spPr>
          <a:xfrm>
            <a:off x="0" y="1733045"/>
            <a:ext cx="2137801" cy="3206702"/>
          </a:xfrm>
          <a:prstGeom prst="roundRect">
            <a:avLst>
              <a:gd name="adj" fmla="val 13914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B3D43-810B-4BAF-A263-BBF6CB35B5D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414" y="1733045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F784F8-D24C-4CF0-8388-4704E926F7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4559923" y="1004289"/>
            <a:ext cx="2939693" cy="4409539"/>
          </a:xfrm>
          <a:prstGeom prst="roundRect">
            <a:avLst>
              <a:gd name="adj" fmla="val 13914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3FA33-24CD-4873-83E7-3C4EEF2391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/>
        </p:blipFill>
        <p:spPr>
          <a:xfrm>
            <a:off x="7721690" y="1733045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B78B1-47A1-43C0-ACC7-C5AE7E3D56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6" r="33844"/>
          <a:stretch/>
        </p:blipFill>
        <p:spPr>
          <a:xfrm>
            <a:off x="10054199" y="1733045"/>
            <a:ext cx="2137801" cy="3206700"/>
          </a:xfrm>
          <a:prstGeom prst="roundRect">
            <a:avLst>
              <a:gd name="adj" fmla="val 13914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6A59EE3-6D34-411D-83AE-19B86E9C311E}"/>
              </a:ext>
            </a:extLst>
          </p:cNvPr>
          <p:cNvSpPr/>
          <p:nvPr/>
        </p:nvSpPr>
        <p:spPr>
          <a:xfrm>
            <a:off x="5312246" y="5556855"/>
            <a:ext cx="128753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900" dirty="0">
                <a:solidFill>
                  <a:srgbClr val="060D10"/>
                </a:solidFill>
                <a:latin typeface="Berlin Sans FB" panose="020E0602020502020306" pitchFamily="34" charset="0"/>
              </a:rPr>
              <a:t>Ethan Cole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69469-53EE-4D7F-AC76-9B3555A065D8}"/>
              </a:ext>
            </a:extLst>
          </p:cNvPr>
          <p:cNvSpPr/>
          <p:nvPr/>
        </p:nvSpPr>
        <p:spPr>
          <a:xfrm>
            <a:off x="4940590" y="5931406"/>
            <a:ext cx="2509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Bodoni MT" panose="02070603080606020203" pitchFamily="18" charset="0"/>
              </a:rPr>
              <a:t>Director of Engineering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F6B2B-1386-4335-8FBB-EFAD129D3F27}"/>
              </a:ext>
            </a:extLst>
          </p:cNvPr>
          <p:cNvSpPr/>
          <p:nvPr/>
        </p:nvSpPr>
        <p:spPr>
          <a:xfrm>
            <a:off x="3210667" y="6256983"/>
            <a:ext cx="59694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Bodoni MT" panose="02070603080606020203" pitchFamily="18" charset="0"/>
              </a:rPr>
              <a:t>Former Senior Engineer at Amazon Web Services; M.Sc. in Computer Science – Stanford University (USA)</a:t>
            </a:r>
            <a:endParaRPr lang="en-IN" sz="16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55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5875FE-8D39-4361-94D2-4B696E751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10054199" y="1733045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B9BCF7-ADB9-49E1-A83C-36718D0BDD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5560" r="5556" b="5560"/>
          <a:stretch/>
        </p:blipFill>
        <p:spPr>
          <a:xfrm>
            <a:off x="0" y="1733045"/>
            <a:ext cx="2137801" cy="3206702"/>
          </a:xfrm>
          <a:prstGeom prst="roundRect">
            <a:avLst>
              <a:gd name="adj" fmla="val 13914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B3D43-810B-4BAF-A263-BBF6CB35B5DC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115" y="1733044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B78B1-47A1-43C0-ACC7-C5AE7E3D56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6" r="33844"/>
          <a:stretch/>
        </p:blipFill>
        <p:spPr>
          <a:xfrm>
            <a:off x="7767383" y="1733045"/>
            <a:ext cx="2137801" cy="3206700"/>
          </a:xfrm>
          <a:prstGeom prst="roundRect">
            <a:avLst>
              <a:gd name="adj" fmla="val 13914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A3FA33-24CD-4873-83E7-3C4EEF23919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/>
        </p:blipFill>
        <p:spPr>
          <a:xfrm>
            <a:off x="4611149" y="1131395"/>
            <a:ext cx="2940001" cy="4410000"/>
          </a:xfrm>
          <a:prstGeom prst="roundRect">
            <a:avLst>
              <a:gd name="adj" fmla="val 13914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512478-0121-4F4F-B394-420CAC7E18F7}"/>
              </a:ext>
            </a:extLst>
          </p:cNvPr>
          <p:cNvSpPr/>
          <p:nvPr/>
        </p:nvSpPr>
        <p:spPr>
          <a:xfrm>
            <a:off x="5312246" y="5556855"/>
            <a:ext cx="161454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900" dirty="0">
                <a:solidFill>
                  <a:srgbClr val="060D10"/>
                </a:solidFill>
                <a:latin typeface="Berlin Sans FB" panose="020E0602020502020306" pitchFamily="34" charset="0"/>
              </a:rPr>
              <a:t>Chloe Bennett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B125FD-B055-4302-AB22-157F0D41C078}"/>
              </a:ext>
            </a:extLst>
          </p:cNvPr>
          <p:cNvSpPr/>
          <p:nvPr/>
        </p:nvSpPr>
        <p:spPr>
          <a:xfrm>
            <a:off x="4299666" y="5884435"/>
            <a:ext cx="4244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doni MT" panose="02070603080606020203" pitchFamily="18" charset="0"/>
              </a:rPr>
              <a:t>Head of Global Marketing &amp; Partnerships</a:t>
            </a:r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47A6AF-6697-48D5-B694-48FBE86C399B}"/>
              </a:ext>
            </a:extLst>
          </p:cNvPr>
          <p:cNvSpPr/>
          <p:nvPr/>
        </p:nvSpPr>
        <p:spPr>
          <a:xfrm>
            <a:off x="3210667" y="6256983"/>
            <a:ext cx="59694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Bodoni MT" panose="02070603080606020203" pitchFamily="18" charset="0"/>
              </a:rPr>
              <a:t>Former Marketing Director at Tesla; MBA – INSEAD (France/Singapore)</a:t>
            </a:r>
            <a:endParaRPr lang="en-IN" sz="16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105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01B78B1-47A1-43C0-ACC7-C5AE7E3D56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6" r="33844"/>
          <a:stretch/>
        </p:blipFill>
        <p:spPr>
          <a:xfrm>
            <a:off x="4625999" y="1131395"/>
            <a:ext cx="2940001" cy="4410000"/>
          </a:xfrm>
          <a:prstGeom prst="roundRect">
            <a:avLst>
              <a:gd name="adj" fmla="val 13914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875FE-8D39-4361-94D2-4B696E7516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10054199" y="1733044"/>
            <a:ext cx="2137801" cy="3206701"/>
          </a:xfrm>
          <a:prstGeom prst="roundRect">
            <a:avLst>
              <a:gd name="adj" fmla="val 13914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B9BCF7-ADB9-49E1-A83C-36718D0BDD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5560" r="5556" b="5560"/>
          <a:stretch/>
        </p:blipFill>
        <p:spPr>
          <a:xfrm>
            <a:off x="0" y="1733045"/>
            <a:ext cx="2137801" cy="3206702"/>
          </a:xfrm>
          <a:prstGeom prst="roundRect">
            <a:avLst>
              <a:gd name="adj" fmla="val 13914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7B3D43-810B-4BAF-A263-BBF6CB35B5D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000" y="1733044"/>
            <a:ext cx="2137801" cy="3206701"/>
          </a:xfrm>
          <a:prstGeom prst="roundRect">
            <a:avLst>
              <a:gd name="adj" fmla="val 1391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04A6B4-61EE-42DC-BB90-C9A30924881D}"/>
              </a:ext>
            </a:extLst>
          </p:cNvPr>
          <p:cNvSpPr/>
          <p:nvPr/>
        </p:nvSpPr>
        <p:spPr>
          <a:xfrm>
            <a:off x="5312246" y="5556855"/>
            <a:ext cx="1343638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900" dirty="0">
                <a:solidFill>
                  <a:srgbClr val="060D10"/>
                </a:solidFill>
                <a:latin typeface="Berlin Sans FB" panose="020E0602020502020306" pitchFamily="34" charset="0"/>
              </a:rPr>
              <a:t>Jack Turner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A23B6-4631-4347-81E7-FA879B00A3C3}"/>
              </a:ext>
            </a:extLst>
          </p:cNvPr>
          <p:cNvSpPr/>
          <p:nvPr/>
        </p:nvSpPr>
        <p:spPr>
          <a:xfrm>
            <a:off x="4242516" y="5887650"/>
            <a:ext cx="3298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doni MT" panose="02070603080606020203" pitchFamily="18" charset="0"/>
              </a:rPr>
              <a:t>Senior Data &amp; Insights Manager</a:t>
            </a:r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EE49F9-250E-4CB8-BB32-C536DE67E034}"/>
              </a:ext>
            </a:extLst>
          </p:cNvPr>
          <p:cNvSpPr/>
          <p:nvPr/>
        </p:nvSpPr>
        <p:spPr>
          <a:xfrm>
            <a:off x="3210667" y="6256983"/>
            <a:ext cx="59694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Bodoni MT" panose="02070603080606020203" pitchFamily="18" charset="0"/>
              </a:rPr>
              <a:t>Former BI Analyst at Netflix; M.Sc. in Data Analytics – University of Amsterdam (Netherlands)</a:t>
            </a:r>
            <a:endParaRPr lang="en-IN" sz="1600" dirty="0">
              <a:latin typeface="Bodoni MT" panose="020706030806060202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9BE04-6839-4454-B8A8-6CF6231D6B1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/>
        </p:blipFill>
        <p:spPr>
          <a:xfrm>
            <a:off x="7741199" y="1733045"/>
            <a:ext cx="2137801" cy="3206700"/>
          </a:xfrm>
          <a:prstGeom prst="roundRect">
            <a:avLst>
              <a:gd name="adj" fmla="val 13914"/>
            </a:avLst>
          </a:prstGeom>
        </p:spPr>
      </p:pic>
    </p:spTree>
    <p:extLst>
      <p:ext uri="{BB962C8B-B14F-4D97-AF65-F5344CB8AC3E}">
        <p14:creationId xmlns:p14="http://schemas.microsoft.com/office/powerpoint/2010/main" val="3148328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122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Berlin Sans FB</vt:lpstr>
      <vt:lpstr>Bodoni MT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Harshal Ingle</dc:creator>
  <cp:lastModifiedBy>Harshal Ingle</cp:lastModifiedBy>
  <cp:revision>9</cp:revision>
  <dcterms:created xsi:type="dcterms:W3CDTF">2025-08-12T06:58:11Z</dcterms:created>
  <dcterms:modified xsi:type="dcterms:W3CDTF">2025-08-15T19:37:02Z</dcterms:modified>
</cp:coreProperties>
</file>