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92BBD"/>
    <a:srgbClr val="61FFC8"/>
    <a:srgbClr val="A7FFB5"/>
    <a:srgbClr val="19C3FF"/>
    <a:srgbClr val="D3EE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72" d="100"/>
          <a:sy n="72" d="100"/>
        </p:scale>
        <p:origin x="660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41AA51-1389-4735-BBA6-5932BEDD9126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570DE7-4F60-4890-B419-244EDCE408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6078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4904A-DFA2-4014-B5A2-641104D7F9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48EE13-5A73-46F5-8AD2-495D94E8A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9DFBD-E616-4C7B-AEB1-2F3817CB0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7D913-8388-42E9-88D9-504C6E6720B7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8940B-DCFB-4E71-855C-89CBAB0BE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A3F51-1075-44F1-8A3D-56560B234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EB479-3D53-4981-9F50-76549C2356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0765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65845-03B8-4FB7-88DA-AB1F2B266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1B110-A592-4DC9-B11A-21B22A681E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7B42C-CC2A-458B-910B-9F3CDB133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7D913-8388-42E9-88D9-504C6E6720B7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1D1F5-8282-4756-81DC-B6A24A18B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BC5DB-2D43-4125-8BFF-B0067A3AA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EB479-3D53-4981-9F50-76549C2356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0469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63703-ABF1-45E8-8978-91DCB309F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7796E1-2F5D-4F25-9819-51DAD0A77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C36B5-323F-4B01-BC23-4622C2FD4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7D913-8388-42E9-88D9-504C6E6720B7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E298A6-14D2-43DD-A8A9-5E5A5241F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CCA9A-34AE-490D-9D2A-7393347ED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EB479-3D53-4981-9F50-76549C2356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1473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8435D-B35E-4FC2-A2EC-013D39B99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054CE-B7F8-42EB-8601-2B8DCC8738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45E5BC-6FA0-4AAA-BF03-1E0514C200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0EC2E6-94F2-439C-B81D-6FE75B6CB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7D913-8388-42E9-88D9-504C6E6720B7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1FC4FC-1794-486D-AD33-BA452C1B5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BAC4C3-B87E-49AF-BB26-4AA513302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EB479-3D53-4981-9F50-76549C2356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981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6EFB6-08E4-44D5-BCE8-8C0F42109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7FF005-9267-42BF-A7DC-28917A694F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03C912-5B2F-42BF-9ACA-65A5E4CF66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028FF6-1C99-489C-830E-F86513E904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3C73EF-852E-4FC0-BB0A-84F4678C71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F575C6-EC6B-450A-B5C7-2C5142922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7D913-8388-42E9-88D9-504C6E6720B7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D4FD04-8EF2-47AA-B89B-91D4718CF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2C7B83-2C2C-4CB6-ADFE-484E2CA05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EB479-3D53-4981-9F50-76549C2356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1441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9E561-5B87-4B53-BBEF-13083CF38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5BF6E0-3913-44FB-BF08-4D8BFE34B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7D913-8388-42E9-88D9-504C6E6720B7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B14A2F-3732-4349-90CF-81900C191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606088-FF60-408D-8B61-1F3B11BAC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EB479-3D53-4981-9F50-76549C2356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9061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E214DC-A133-4636-A05B-47D26ACCE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7D913-8388-42E9-88D9-504C6E6720B7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D3E9C6-028A-4995-A2EB-5F1C653D3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73AF6A-B464-4FA7-84C9-875FB1927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EB479-3D53-4981-9F50-76549C2356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4114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BC177-AEFF-4B01-8299-D6CD338D1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1C061-7A77-4CEA-B8D2-CCA6E35C6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9D7F75-6AC8-4EAD-A47A-44C9A91E34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5378D5-D094-4827-A237-4B920CF12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7D913-8388-42E9-88D9-504C6E6720B7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B3F393-BD93-4D7C-8A1A-6E5308BD1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0A7D0E-D977-4329-8A9E-538ACD6AC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EB479-3D53-4981-9F50-76549C2356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2177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77F1B-B2BA-48C4-A4F0-89ECFA87E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A500BA-0420-426E-A105-90AED6FF81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77B30E-A628-4760-A5FE-17AF3F6C49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1C6A56-3ED8-4633-90FC-FB2E19AE7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7D913-8388-42E9-88D9-504C6E6720B7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00DC17-4CD4-44E3-831B-7071E00EE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9EE3C-C9FE-4363-9599-C68A64DAD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EB479-3D53-4981-9F50-76549C2356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3838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75026-9B36-46FD-A7D7-6B83B6A80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F18EAE-98CC-4AFC-9DD0-4260F88E0C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CC1B67-A898-4C4A-A8B5-DA9683FE9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7D913-8388-42E9-88D9-504C6E6720B7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60D19-DAAA-4EC6-BA70-1FAE13512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88578-CC1C-4130-8A64-E22689466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EB479-3D53-4981-9F50-76549C2356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3999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230EDF-91CD-4555-8475-054AB8E478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5279C2-CE14-454E-A9CC-96EBEB6445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F1B4A-D846-41E9-817B-E8FF1E41A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7D913-8388-42E9-88D9-504C6E6720B7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D09A59-0D22-44DA-9DB9-28BE7A810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BC41DB-53CA-4533-99AC-F2398C474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EB479-3D53-4981-9F50-76549C2356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6123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D47579-8E48-4F09-BFB9-141132B1D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F36104-9E5B-4855-87B2-624C4706B8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FCA8D0-AB4A-45FA-94D2-5BD10A2198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A7D913-8388-42E9-88D9-504C6E6720B7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B1914C-42E7-41DF-A499-D224F0DA06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1A6DA9-B2F4-44AC-AF08-0351F021BE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5EB479-3D53-4981-9F50-76549C2356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2617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92BBD"/>
            </a:gs>
            <a:gs pos="100000">
              <a:srgbClr val="19C3FF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F7F1B3-CE01-48C2-A39B-6B9A0C366F2A}"/>
              </a:ext>
            </a:extLst>
          </p:cNvPr>
          <p:cNvSpPr txBox="1"/>
          <p:nvPr/>
        </p:nvSpPr>
        <p:spPr>
          <a:xfrm>
            <a:off x="2804160" y="8336563"/>
            <a:ext cx="65836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Amazon Nova</a:t>
            </a:r>
            <a:endParaRPr lang="en-IN" sz="7200" b="1" dirty="0">
              <a:solidFill>
                <a:schemeClr val="bg1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84A3AD-8A4F-4E7D-8AD2-21922E79774C}"/>
              </a:ext>
            </a:extLst>
          </p:cNvPr>
          <p:cNvSpPr txBox="1"/>
          <p:nvPr/>
        </p:nvSpPr>
        <p:spPr>
          <a:xfrm>
            <a:off x="2804160" y="11059721"/>
            <a:ext cx="6949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Franklin Gothic Book" panose="020B0503020102020204" pitchFamily="34" charset="0"/>
              </a:rPr>
              <a:t>Lorem ipsum dolor sit amet, consectetuer adipiscing elit. Maecenas porttitor congue massa. Fusce posuere, magna sed pulvinar </a:t>
            </a:r>
            <a:r>
              <a:rPr lang="en-US" dirty="0" err="1">
                <a:solidFill>
                  <a:schemeClr val="bg1"/>
                </a:solidFill>
                <a:latin typeface="Franklin Gothic Book" panose="020B0503020102020204" pitchFamily="34" charset="0"/>
              </a:rPr>
              <a:t>ultricies</a:t>
            </a:r>
            <a:r>
              <a:rPr lang="en-US" dirty="0">
                <a:solidFill>
                  <a:schemeClr val="bg1"/>
                </a:solidFill>
                <a:latin typeface="Franklin Gothic Book" panose="020B0503020102020204" pitchFamily="34" charset="0"/>
              </a:rPr>
              <a:t>.</a:t>
            </a:r>
          </a:p>
        </p:txBody>
      </p:sp>
      <p:pic>
        <p:nvPicPr>
          <p:cNvPr id="6" name="Graphic 5" descr="Lightbulb and gear">
            <a:extLst>
              <a:ext uri="{FF2B5EF4-FFF2-40B4-BE49-F238E27FC236}">
                <a16:creationId xmlns:a16="http://schemas.microsoft.com/office/drawing/2014/main" id="{8318CB58-6F0B-438E-9968-1E45C625A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5085" y="7194734"/>
            <a:ext cx="1141829" cy="1141829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1171EAB8-E6F6-4652-B32C-FDF534E2AC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9025" y="392690"/>
            <a:ext cx="1539107" cy="462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9732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92BBD"/>
            </a:gs>
            <a:gs pos="100000">
              <a:srgbClr val="A7FFB5"/>
            </a:gs>
            <a:gs pos="48000">
              <a:srgbClr val="19C3FF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698560-F58E-4786-880E-7B5554B02106}"/>
              </a:ext>
            </a:extLst>
          </p:cNvPr>
          <p:cNvSpPr txBox="1"/>
          <p:nvPr/>
        </p:nvSpPr>
        <p:spPr>
          <a:xfrm>
            <a:off x="2804160" y="2997647"/>
            <a:ext cx="65836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Amazon Nova</a:t>
            </a:r>
            <a:endParaRPr lang="en-IN" sz="7200" b="1" dirty="0">
              <a:solidFill>
                <a:schemeClr val="bg1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DE122E-A5DE-4167-BBDF-BB8BDB048C5B}"/>
              </a:ext>
            </a:extLst>
          </p:cNvPr>
          <p:cNvSpPr txBox="1"/>
          <p:nvPr/>
        </p:nvSpPr>
        <p:spPr>
          <a:xfrm>
            <a:off x="2804160" y="4197976"/>
            <a:ext cx="6949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Franklin Gothic Book" panose="020B0503020102020204" pitchFamily="34" charset="0"/>
              </a:rPr>
              <a:t>Lorem ipsum dolor sit amet, consectetuer adipiscing elit. Maecenas porttitor congue massa. Fusce posuere, magna sed pulvinar </a:t>
            </a:r>
            <a:r>
              <a:rPr lang="en-US" dirty="0" err="1">
                <a:solidFill>
                  <a:schemeClr val="bg1"/>
                </a:solidFill>
                <a:latin typeface="Franklin Gothic Book" panose="020B0503020102020204" pitchFamily="34" charset="0"/>
              </a:rPr>
              <a:t>ultricies</a:t>
            </a:r>
            <a:r>
              <a:rPr lang="en-US" dirty="0">
                <a:solidFill>
                  <a:schemeClr val="bg1"/>
                </a:solidFill>
                <a:latin typeface="Franklin Gothic Book" panose="020B0503020102020204" pitchFamily="34" charset="0"/>
              </a:rPr>
              <a:t>.</a:t>
            </a:r>
          </a:p>
        </p:txBody>
      </p:sp>
      <p:pic>
        <p:nvPicPr>
          <p:cNvPr id="5" name="Graphic 4" descr="Lightbulb and gear">
            <a:extLst>
              <a:ext uri="{FF2B5EF4-FFF2-40B4-BE49-F238E27FC236}">
                <a16:creationId xmlns:a16="http://schemas.microsoft.com/office/drawing/2014/main" id="{F8C1E46D-7D3F-4270-A601-3532C99BD1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5085" y="1855818"/>
            <a:ext cx="1141829" cy="1141829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A54F6D5F-50C6-44A7-B4F7-8025E421E3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9025" y="392690"/>
            <a:ext cx="1539107" cy="462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3970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002060"/>
            </a:gs>
            <a:gs pos="0">
              <a:srgbClr val="7030A0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A8EBFE-F3A7-4361-B80A-F996D2ABB72C}"/>
              </a:ext>
            </a:extLst>
          </p:cNvPr>
          <p:cNvSpPr txBox="1"/>
          <p:nvPr/>
        </p:nvSpPr>
        <p:spPr>
          <a:xfrm>
            <a:off x="2804160" y="155973"/>
            <a:ext cx="65836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Amazon Nova</a:t>
            </a:r>
            <a:endParaRPr lang="en-IN" sz="5400" b="1" dirty="0">
              <a:solidFill>
                <a:schemeClr val="bg1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AB10CC-7BD6-4C37-A829-C844F57832B6}"/>
              </a:ext>
            </a:extLst>
          </p:cNvPr>
          <p:cNvSpPr txBox="1"/>
          <p:nvPr/>
        </p:nvSpPr>
        <p:spPr>
          <a:xfrm>
            <a:off x="3277772" y="1079303"/>
            <a:ext cx="61100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Franklin Gothic Book" panose="020B0503020102020204" pitchFamily="34" charset="0"/>
              </a:rPr>
              <a:t>Lorem ipsum dolor sit amet, consectetuer adipiscing elit. Maecenas porttitor congue massa. Fusce posuere, magna sed pulvinar </a:t>
            </a:r>
            <a:r>
              <a:rPr lang="en-US" sz="1600" dirty="0" err="1">
                <a:solidFill>
                  <a:schemeClr val="bg1"/>
                </a:solidFill>
                <a:latin typeface="Franklin Gothic Book" panose="020B0503020102020204" pitchFamily="34" charset="0"/>
              </a:rPr>
              <a:t>ultricies</a:t>
            </a:r>
            <a:r>
              <a:rPr lang="en-US" sz="1600" dirty="0">
                <a:solidFill>
                  <a:schemeClr val="bg1"/>
                </a:solidFill>
                <a:latin typeface="Franklin Gothic Book" panose="020B0503020102020204" pitchFamily="34" charset="0"/>
              </a:rPr>
              <a:t>.</a:t>
            </a:r>
          </a:p>
        </p:txBody>
      </p:sp>
      <p:pic>
        <p:nvPicPr>
          <p:cNvPr id="5" name="Graphic 4" descr="Lightbulb and gear">
            <a:extLst>
              <a:ext uri="{FF2B5EF4-FFF2-40B4-BE49-F238E27FC236}">
                <a16:creationId xmlns:a16="http://schemas.microsoft.com/office/drawing/2014/main" id="{C7B8C822-6447-44C4-90E7-E06FDB7F4B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5085" y="-1637483"/>
            <a:ext cx="1141829" cy="1141829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22917BDB-8C91-46ED-A0CD-4F83AACEB536}"/>
              </a:ext>
            </a:extLst>
          </p:cNvPr>
          <p:cNvGrpSpPr/>
          <p:nvPr/>
        </p:nvGrpSpPr>
        <p:grpSpPr>
          <a:xfrm>
            <a:off x="994312" y="2877458"/>
            <a:ext cx="2875227" cy="2123658"/>
            <a:chOff x="402545" y="3051629"/>
            <a:chExt cx="2875227" cy="212365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AAEA63F-5412-477B-9102-6777386AA904}"/>
                </a:ext>
              </a:extLst>
            </p:cNvPr>
            <p:cNvSpPr txBox="1"/>
            <p:nvPr/>
          </p:nvSpPr>
          <p:spPr>
            <a:xfrm>
              <a:off x="402545" y="3051629"/>
              <a:ext cx="22390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Leelawadee UI Semilight" panose="020B0402040204020203" pitchFamily="34" charset="-34"/>
                  <a:cs typeface="Leelawadee UI Semilight" panose="020B0402040204020203" pitchFamily="34" charset="-34"/>
                </a:rPr>
                <a:t>Amazon Nova</a:t>
              </a:r>
              <a:endParaRPr lang="en-IN" sz="2000" dirty="0">
                <a:solidFill>
                  <a:schemeClr val="bg1"/>
                </a:solidFill>
                <a:latin typeface="Leelawadee UI Semilight" panose="020B0402040204020203" pitchFamily="34" charset="-34"/>
                <a:cs typeface="Leelawadee UI Semilight" panose="020B0402040204020203" pitchFamily="34" charset="-34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595C674-C7F0-4BB3-8EE8-938A695DAE89}"/>
                </a:ext>
              </a:extLst>
            </p:cNvPr>
            <p:cNvSpPr/>
            <p:nvPr/>
          </p:nvSpPr>
          <p:spPr>
            <a:xfrm>
              <a:off x="402545" y="3513294"/>
              <a:ext cx="1718855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3600" b="1" dirty="0">
                  <a:solidFill>
                    <a:schemeClr val="bg1"/>
                  </a:solidFill>
                  <a:latin typeface="Franklin Gothic Book" panose="020B0503020102020204" pitchFamily="34" charset="0"/>
                </a:rPr>
                <a:t>Micro</a:t>
              </a:r>
              <a:endParaRPr lang="en-IN" sz="3600" b="1" dirty="0">
                <a:solidFill>
                  <a:schemeClr val="bg1"/>
                </a:solidFill>
                <a:latin typeface="Franklin Gothic Book" panose="020B0503020102020204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3C50C46-A68F-4956-850F-C2C964EE6816}"/>
                </a:ext>
              </a:extLst>
            </p:cNvPr>
            <p:cNvSpPr txBox="1"/>
            <p:nvPr/>
          </p:nvSpPr>
          <p:spPr>
            <a:xfrm>
              <a:off x="402545" y="4190402"/>
              <a:ext cx="287522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  <a:latin typeface="Franklin Gothic Book" panose="020B0503020102020204" pitchFamily="34" charset="0"/>
                </a:rPr>
                <a:t>Lorem ipsum dolor sit amet, consectetuer adipiscing elit. 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59B6DC1-A8B3-4122-9FFA-002D6782A6C4}"/>
                </a:ext>
              </a:extLst>
            </p:cNvPr>
            <p:cNvSpPr txBox="1"/>
            <p:nvPr/>
          </p:nvSpPr>
          <p:spPr>
            <a:xfrm>
              <a:off x="402545" y="4867510"/>
              <a:ext cx="28752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spc="300" dirty="0">
                  <a:solidFill>
                    <a:srgbClr val="FFC000"/>
                  </a:solidFill>
                  <a:latin typeface="Franklin Gothic Book" panose="020B0503020102020204" pitchFamily="34" charset="0"/>
                </a:rPr>
                <a:t>GENERALLY AVAILABLE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6D94D62-DE60-4096-8529-EBAC87736F60}"/>
              </a:ext>
            </a:extLst>
          </p:cNvPr>
          <p:cNvGrpSpPr/>
          <p:nvPr/>
        </p:nvGrpSpPr>
        <p:grpSpPr>
          <a:xfrm>
            <a:off x="4552098" y="2877458"/>
            <a:ext cx="2875227" cy="2123658"/>
            <a:chOff x="402545" y="3051629"/>
            <a:chExt cx="2875227" cy="2123658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308B1B3-B752-4286-932D-81915F131DEE}"/>
                </a:ext>
              </a:extLst>
            </p:cNvPr>
            <p:cNvSpPr txBox="1"/>
            <p:nvPr/>
          </p:nvSpPr>
          <p:spPr>
            <a:xfrm>
              <a:off x="402545" y="3051629"/>
              <a:ext cx="22390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Leelawadee UI Semilight" panose="020B0402040204020203" pitchFamily="34" charset="-34"/>
                  <a:cs typeface="Leelawadee UI Semilight" panose="020B0402040204020203" pitchFamily="34" charset="-34"/>
                </a:rPr>
                <a:t>Amazon Nova</a:t>
              </a:r>
              <a:endParaRPr lang="en-IN" sz="2000" dirty="0">
                <a:solidFill>
                  <a:schemeClr val="bg1"/>
                </a:solidFill>
                <a:latin typeface="Leelawadee UI Semilight" panose="020B0402040204020203" pitchFamily="34" charset="-34"/>
                <a:cs typeface="Leelawadee UI Semilight" panose="020B0402040204020203" pitchFamily="34" charset="-34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843C170-71F0-4AD7-84BE-782F74FB2123}"/>
                </a:ext>
              </a:extLst>
            </p:cNvPr>
            <p:cNvSpPr/>
            <p:nvPr/>
          </p:nvSpPr>
          <p:spPr>
            <a:xfrm>
              <a:off x="402545" y="3513294"/>
              <a:ext cx="1718855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3600" b="1" dirty="0">
                  <a:solidFill>
                    <a:schemeClr val="bg1"/>
                  </a:solidFill>
                  <a:latin typeface="Franklin Gothic Book" panose="020B0503020102020204" pitchFamily="34" charset="0"/>
                </a:rPr>
                <a:t>Pro</a:t>
              </a:r>
              <a:endParaRPr lang="en-IN" sz="3600" b="1" dirty="0">
                <a:solidFill>
                  <a:schemeClr val="bg1"/>
                </a:solidFill>
                <a:latin typeface="Franklin Gothic Book" panose="020B0503020102020204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4D90D1C-95E1-4D11-953A-A9967AEF1BCC}"/>
                </a:ext>
              </a:extLst>
            </p:cNvPr>
            <p:cNvSpPr txBox="1"/>
            <p:nvPr/>
          </p:nvSpPr>
          <p:spPr>
            <a:xfrm>
              <a:off x="402545" y="4190402"/>
              <a:ext cx="287522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  <a:latin typeface="Franklin Gothic Book" panose="020B0503020102020204" pitchFamily="34" charset="0"/>
                </a:rPr>
                <a:t>Lorem ipsum dolor sit amet, consectetuer adipiscing elit. 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1829CE5-CBB9-4754-8A17-1AB847491524}"/>
                </a:ext>
              </a:extLst>
            </p:cNvPr>
            <p:cNvSpPr txBox="1"/>
            <p:nvPr/>
          </p:nvSpPr>
          <p:spPr>
            <a:xfrm>
              <a:off x="402545" y="4867510"/>
              <a:ext cx="28752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spc="300" dirty="0">
                  <a:solidFill>
                    <a:srgbClr val="FFC000"/>
                  </a:solidFill>
                  <a:latin typeface="Franklin Gothic Book" panose="020B0503020102020204" pitchFamily="34" charset="0"/>
                </a:rPr>
                <a:t>GENERALLY AVAILABLE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7632765-69AB-480C-8379-371827954DD3}"/>
              </a:ext>
            </a:extLst>
          </p:cNvPr>
          <p:cNvGrpSpPr/>
          <p:nvPr/>
        </p:nvGrpSpPr>
        <p:grpSpPr>
          <a:xfrm>
            <a:off x="8109884" y="2877458"/>
            <a:ext cx="2875227" cy="2123658"/>
            <a:chOff x="402545" y="3051629"/>
            <a:chExt cx="2875227" cy="2123658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2EBA1F1-0860-4035-83CC-7E494890C667}"/>
                </a:ext>
              </a:extLst>
            </p:cNvPr>
            <p:cNvSpPr txBox="1"/>
            <p:nvPr/>
          </p:nvSpPr>
          <p:spPr>
            <a:xfrm>
              <a:off x="402545" y="3051629"/>
              <a:ext cx="22390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Leelawadee UI Semilight" panose="020B0402040204020203" pitchFamily="34" charset="-34"/>
                  <a:cs typeface="Leelawadee UI Semilight" panose="020B0402040204020203" pitchFamily="34" charset="-34"/>
                </a:rPr>
                <a:t>Amazon Nova</a:t>
              </a:r>
              <a:endParaRPr lang="en-IN" sz="2000" dirty="0">
                <a:solidFill>
                  <a:schemeClr val="bg1"/>
                </a:solidFill>
                <a:latin typeface="Leelawadee UI Semilight" panose="020B0402040204020203" pitchFamily="34" charset="-34"/>
                <a:cs typeface="Leelawadee UI Semilight" panose="020B0402040204020203" pitchFamily="34" charset="-34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E329902-5E84-46CD-97E0-39878952CE03}"/>
                </a:ext>
              </a:extLst>
            </p:cNvPr>
            <p:cNvSpPr/>
            <p:nvPr/>
          </p:nvSpPr>
          <p:spPr>
            <a:xfrm>
              <a:off x="402545" y="3513294"/>
              <a:ext cx="1718855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3600" b="1" dirty="0">
                  <a:solidFill>
                    <a:schemeClr val="bg1"/>
                  </a:solidFill>
                  <a:latin typeface="Franklin Gothic Book" panose="020B0503020102020204" pitchFamily="34" charset="0"/>
                </a:rPr>
                <a:t>Premier</a:t>
              </a:r>
              <a:endParaRPr lang="en-IN" sz="3600" b="1" dirty="0">
                <a:solidFill>
                  <a:schemeClr val="bg1"/>
                </a:solidFill>
                <a:latin typeface="Franklin Gothic Book" panose="020B0503020102020204" pitchFamily="34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2E695F0-5DAB-4146-BD35-F6A2D2DF2FD2}"/>
                </a:ext>
              </a:extLst>
            </p:cNvPr>
            <p:cNvSpPr txBox="1"/>
            <p:nvPr/>
          </p:nvSpPr>
          <p:spPr>
            <a:xfrm>
              <a:off x="402545" y="4190402"/>
              <a:ext cx="287522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  <a:latin typeface="Franklin Gothic Book" panose="020B0503020102020204" pitchFamily="34" charset="0"/>
                </a:rPr>
                <a:t>Lorem ipsum dolor sit amet, consectetuer adipiscing elit. 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FDB644E-3185-4689-B561-87546C69B7B6}"/>
                </a:ext>
              </a:extLst>
            </p:cNvPr>
            <p:cNvSpPr txBox="1"/>
            <p:nvPr/>
          </p:nvSpPr>
          <p:spPr>
            <a:xfrm>
              <a:off x="402545" y="4867510"/>
              <a:ext cx="28752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spc="300" dirty="0">
                  <a:solidFill>
                    <a:srgbClr val="FFC000"/>
                  </a:solidFill>
                  <a:latin typeface="Franklin Gothic Book" panose="020B0503020102020204" pitchFamily="34" charset="0"/>
                </a:rPr>
                <a:t>GENERALLY AVAILABLE</a:t>
              </a:r>
            </a:p>
          </p:txBody>
        </p:sp>
      </p:grp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00953F8-DB2D-4D34-8F9F-B2B8C51B5ECD}"/>
              </a:ext>
            </a:extLst>
          </p:cNvPr>
          <p:cNvCxnSpPr>
            <a:cxnSpLocks/>
          </p:cNvCxnSpPr>
          <p:nvPr/>
        </p:nvCxnSpPr>
        <p:spPr>
          <a:xfrm>
            <a:off x="4151086" y="2293257"/>
            <a:ext cx="0" cy="3323772"/>
          </a:xfrm>
          <a:prstGeom prst="line">
            <a:avLst/>
          </a:prstGeom>
          <a:ln w="9525">
            <a:gradFill>
              <a:gsLst>
                <a:gs pos="0">
                  <a:srgbClr val="A7FFB5">
                    <a:alpha val="0"/>
                  </a:srgbClr>
                </a:gs>
                <a:gs pos="31000">
                  <a:srgbClr val="61FFC8"/>
                </a:gs>
                <a:gs pos="67000">
                  <a:srgbClr val="C92BBD"/>
                </a:gs>
                <a:gs pos="100000">
                  <a:srgbClr val="7030A0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742A7302-65DB-42CC-863A-04439874E7AE}"/>
              </a:ext>
            </a:extLst>
          </p:cNvPr>
          <p:cNvCxnSpPr>
            <a:cxnSpLocks/>
          </p:cNvCxnSpPr>
          <p:nvPr/>
        </p:nvCxnSpPr>
        <p:spPr>
          <a:xfrm>
            <a:off x="7634515" y="2293257"/>
            <a:ext cx="0" cy="3323772"/>
          </a:xfrm>
          <a:prstGeom prst="line">
            <a:avLst/>
          </a:prstGeom>
          <a:ln w="9525">
            <a:gradFill>
              <a:gsLst>
                <a:gs pos="0">
                  <a:srgbClr val="A7FFB5">
                    <a:alpha val="0"/>
                  </a:srgbClr>
                </a:gs>
                <a:gs pos="31000">
                  <a:srgbClr val="61FFC8"/>
                </a:gs>
                <a:gs pos="67000">
                  <a:srgbClr val="C92BBD"/>
                </a:gs>
                <a:gs pos="100000">
                  <a:srgbClr val="7030A0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02589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120</Words>
  <Application>Microsoft Office PowerPoint</Application>
  <PresentationFormat>Widescreen</PresentationFormat>
  <Paragraphs>18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Franklin Gothic Book</vt:lpstr>
      <vt:lpstr>Leelawadee UI Semilight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Harshal Ingle</dc:creator>
  <cp:lastModifiedBy>Harshal Ingle</cp:lastModifiedBy>
  <cp:revision>7</cp:revision>
  <dcterms:created xsi:type="dcterms:W3CDTF">2025-08-21T06:42:03Z</dcterms:created>
  <dcterms:modified xsi:type="dcterms:W3CDTF">2025-08-22T19:55:22Z</dcterms:modified>
</cp:coreProperties>
</file>